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29"/>
  </p:notesMasterIdLst>
  <p:sldIdLst>
    <p:sldId id="256" r:id="rId2"/>
    <p:sldId id="341" r:id="rId3"/>
    <p:sldId id="360" r:id="rId4"/>
    <p:sldId id="384" r:id="rId5"/>
    <p:sldId id="393" r:id="rId6"/>
    <p:sldId id="386" r:id="rId7"/>
    <p:sldId id="383" r:id="rId8"/>
    <p:sldId id="405" r:id="rId9"/>
    <p:sldId id="365" r:id="rId10"/>
    <p:sldId id="260" r:id="rId11"/>
    <p:sldId id="279" r:id="rId12"/>
    <p:sldId id="268" r:id="rId13"/>
    <p:sldId id="372" r:id="rId14"/>
    <p:sldId id="389" r:id="rId15"/>
    <p:sldId id="392" r:id="rId16"/>
    <p:sldId id="376" r:id="rId17"/>
    <p:sldId id="378" r:id="rId18"/>
    <p:sldId id="388" r:id="rId19"/>
    <p:sldId id="406" r:id="rId20"/>
    <p:sldId id="394" r:id="rId21"/>
    <p:sldId id="369" r:id="rId22"/>
    <p:sldId id="387" r:id="rId23"/>
    <p:sldId id="403" r:id="rId24"/>
    <p:sldId id="371" r:id="rId25"/>
    <p:sldId id="366" r:id="rId26"/>
    <p:sldId id="308" r:id="rId27"/>
    <p:sldId id="40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0D66291-3D1A-16E3-D669-B3FC45AA8D0F}" name="Susanna-Assunta Sansone" initials="SS" userId="S::oerc0043@ox.ac.uk::a736df59-d58f-4dd9-a4f7-6be80c3c745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774"/>
    <p:restoredTop sz="56403"/>
  </p:normalViewPr>
  <p:slideViewPr>
    <p:cSldViewPr snapToGrid="0">
      <p:cViewPr varScale="1">
        <p:scale>
          <a:sx n="65" d="100"/>
          <a:sy n="65" d="100"/>
        </p:scale>
        <p:origin x="18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an Tan" userId="S::worc5461@ox.ac.uk::9eafe045-81d4-4366-9c30-940616319586" providerId="AD" clId="Web-{BA09B9D1-B87F-FD68-D2CC-25EFC6C8DF60}"/>
    <pc:docChg chg="modSld">
      <pc:chgData name="Nian Tan" userId="S::worc5461@ox.ac.uk::9eafe045-81d4-4366-9c30-940616319586" providerId="AD" clId="Web-{BA09B9D1-B87F-FD68-D2CC-25EFC6C8DF60}" dt="2025-10-08T06:07:27.415" v="447" actId="20577"/>
      <pc:docMkLst>
        <pc:docMk/>
      </pc:docMkLst>
      <pc:sldChg chg="modNotes">
        <pc:chgData name="Nian Tan" userId="S::worc5461@ox.ac.uk::9eafe045-81d4-4366-9c30-940616319586" providerId="AD" clId="Web-{BA09B9D1-B87F-FD68-D2CC-25EFC6C8DF60}" dt="2025-10-08T06:07:00.946" v="434"/>
        <pc:sldMkLst>
          <pc:docMk/>
          <pc:sldMk cId="2046162706" sldId="366"/>
        </pc:sldMkLst>
      </pc:sldChg>
      <pc:sldChg chg="modNotes">
        <pc:chgData name="Nian Tan" userId="S::worc5461@ox.ac.uk::9eafe045-81d4-4366-9c30-940616319586" providerId="AD" clId="Web-{BA09B9D1-B87F-FD68-D2CC-25EFC6C8DF60}" dt="2025-10-08T06:03:13.653" v="254"/>
        <pc:sldMkLst>
          <pc:docMk/>
          <pc:sldMk cId="2128675752" sldId="371"/>
        </pc:sldMkLst>
      </pc:sldChg>
      <pc:sldChg chg="modSp">
        <pc:chgData name="Nian Tan" userId="S::worc5461@ox.ac.uk::9eafe045-81d4-4366-9c30-940616319586" providerId="AD" clId="Web-{BA09B9D1-B87F-FD68-D2CC-25EFC6C8DF60}" dt="2025-10-08T05:45:41.929" v="5" actId="20577"/>
        <pc:sldMkLst>
          <pc:docMk/>
          <pc:sldMk cId="714191782" sldId="386"/>
        </pc:sldMkLst>
        <pc:graphicFrameChg chg="modGraphic">
          <ac:chgData name="Nian Tan" userId="S::worc5461@ox.ac.uk::9eafe045-81d4-4366-9c30-940616319586" providerId="AD" clId="Web-{BA09B9D1-B87F-FD68-D2CC-25EFC6C8DF60}" dt="2025-10-08T05:45:41.929" v="5" actId="20577"/>
          <ac:graphicFrameMkLst>
            <pc:docMk/>
            <pc:sldMk cId="714191782" sldId="386"/>
            <ac:graphicFrameMk id="5" creationId="{1BCF2533-9995-7723-3C78-A22F4ECB5EE8}"/>
          </ac:graphicFrameMkLst>
        </pc:graphicFrameChg>
      </pc:sldChg>
      <pc:sldChg chg="modNotes">
        <pc:chgData name="Nian Tan" userId="S::worc5461@ox.ac.uk::9eafe045-81d4-4366-9c30-940616319586" providerId="AD" clId="Web-{BA09B9D1-B87F-FD68-D2CC-25EFC6C8DF60}" dt="2025-10-08T06:00:13.051" v="89"/>
        <pc:sldMkLst>
          <pc:docMk/>
          <pc:sldMk cId="2771667406" sldId="387"/>
        </pc:sldMkLst>
      </pc:sldChg>
      <pc:sldChg chg="addAnim modNotes">
        <pc:chgData name="Nian Tan" userId="S::worc5461@ox.ac.uk::9eafe045-81d4-4366-9c30-940616319586" providerId="AD" clId="Web-{BA09B9D1-B87F-FD68-D2CC-25EFC6C8DF60}" dt="2025-10-08T05:59:21.454" v="84"/>
        <pc:sldMkLst>
          <pc:docMk/>
          <pc:sldMk cId="776297172" sldId="394"/>
        </pc:sldMkLst>
      </pc:sldChg>
      <pc:sldChg chg="modNotes">
        <pc:chgData name="Nian Tan" userId="S::worc5461@ox.ac.uk::9eafe045-81d4-4366-9c30-940616319586" providerId="AD" clId="Web-{BA09B9D1-B87F-FD68-D2CC-25EFC6C8DF60}" dt="2025-10-08T06:00:29.849" v="99"/>
        <pc:sldMkLst>
          <pc:docMk/>
          <pc:sldMk cId="949409457" sldId="403"/>
        </pc:sldMkLst>
      </pc:sldChg>
      <pc:sldChg chg="modSp addAnim">
        <pc:chgData name="Nian Tan" userId="S::worc5461@ox.ac.uk::9eafe045-81d4-4366-9c30-940616319586" providerId="AD" clId="Web-{BA09B9D1-B87F-FD68-D2CC-25EFC6C8DF60}" dt="2025-10-08T05:58:18.652" v="79"/>
        <pc:sldMkLst>
          <pc:docMk/>
          <pc:sldMk cId="1551409771" sldId="406"/>
        </pc:sldMkLst>
        <pc:spChg chg="mod">
          <ac:chgData name="Nian Tan" userId="S::worc5461@ox.ac.uk::9eafe045-81d4-4366-9c30-940616319586" providerId="AD" clId="Web-{BA09B9D1-B87F-FD68-D2CC-25EFC6C8DF60}" dt="2025-10-08T05:57:40.868" v="78" actId="20577"/>
          <ac:spMkLst>
            <pc:docMk/>
            <pc:sldMk cId="1551409771" sldId="406"/>
            <ac:spMk id="4" creationId="{33E39A76-EEBB-AAEF-09A8-CFDC94843617}"/>
          </ac:spMkLst>
        </pc:spChg>
      </pc:sldChg>
      <pc:sldChg chg="modSp">
        <pc:chgData name="Nian Tan" userId="S::worc5461@ox.ac.uk::9eafe045-81d4-4366-9c30-940616319586" providerId="AD" clId="Web-{BA09B9D1-B87F-FD68-D2CC-25EFC6C8DF60}" dt="2025-10-08T06:07:27.415" v="447" actId="20577"/>
        <pc:sldMkLst>
          <pc:docMk/>
          <pc:sldMk cId="2969049905" sldId="407"/>
        </pc:sldMkLst>
        <pc:spChg chg="mod">
          <ac:chgData name="Nian Tan" userId="S::worc5461@ox.ac.uk::9eafe045-81d4-4366-9c30-940616319586" providerId="AD" clId="Web-{BA09B9D1-B87F-FD68-D2CC-25EFC6C8DF60}" dt="2025-10-08T06:07:27.415" v="447" actId="20577"/>
          <ac:spMkLst>
            <pc:docMk/>
            <pc:sldMk cId="2969049905" sldId="407"/>
            <ac:spMk id="3" creationId="{0375426F-A448-1047-D600-2D098A207FD8}"/>
          </ac:spMkLst>
        </pc:spChg>
      </pc:sldChg>
    </pc:docChg>
  </pc:docChgLst>
  <pc:docChgLst>
    <pc:chgData name="Nian Tan" userId="9eafe045-81d4-4366-9c30-940616319586" providerId="ADAL" clId="{5E50BCD1-15D6-512A-8622-5725BF32A780}"/>
    <pc:docChg chg="undo custSel addSld delSld modSld sldOrd">
      <pc:chgData name="Nian Tan" userId="9eafe045-81d4-4366-9c30-940616319586" providerId="ADAL" clId="{5E50BCD1-15D6-512A-8622-5725BF32A780}" dt="2025-10-15T15:09:51.257" v="41379" actId="20577"/>
      <pc:docMkLst>
        <pc:docMk/>
      </pc:docMkLst>
      <pc:sldChg chg="modSp mod modAnim modNotesTx">
        <pc:chgData name="Nian Tan" userId="9eafe045-81d4-4366-9c30-940616319586" providerId="ADAL" clId="{5E50BCD1-15D6-512A-8622-5725BF32A780}" dt="2025-10-15T15:08:22.191" v="41344" actId="20577"/>
        <pc:sldMkLst>
          <pc:docMk/>
          <pc:sldMk cId="1178467929" sldId="256"/>
        </pc:sldMkLst>
        <pc:spChg chg="mod">
          <ac:chgData name="Nian Tan" userId="9eafe045-81d4-4366-9c30-940616319586" providerId="ADAL" clId="{5E50BCD1-15D6-512A-8622-5725BF32A780}" dt="2025-09-30T04:48:25.044" v="22557" actId="20577"/>
          <ac:spMkLst>
            <pc:docMk/>
            <pc:sldMk cId="1178467929" sldId="256"/>
            <ac:spMk id="3" creationId="{C87B69E1-F28F-9CD6-58E2-04806CFED524}"/>
          </ac:spMkLst>
        </pc:spChg>
      </pc:sldChg>
      <pc:sldChg chg="modSp add mod ord modNotesTx">
        <pc:chgData name="Nian Tan" userId="9eafe045-81d4-4366-9c30-940616319586" providerId="ADAL" clId="{5E50BCD1-15D6-512A-8622-5725BF32A780}" dt="2025-10-15T15:08:43.054" v="41353" actId="20577"/>
        <pc:sldMkLst>
          <pc:docMk/>
          <pc:sldMk cId="169773329" sldId="260"/>
        </pc:sldMkLst>
        <pc:spChg chg="mod">
          <ac:chgData name="Nian Tan" userId="9eafe045-81d4-4366-9c30-940616319586" providerId="ADAL" clId="{5E50BCD1-15D6-512A-8622-5725BF32A780}" dt="2025-10-06T16:06:59.824" v="35199" actId="20577"/>
          <ac:spMkLst>
            <pc:docMk/>
            <pc:sldMk cId="169773329" sldId="260"/>
            <ac:spMk id="2" creationId="{FBF62F0A-0EAC-7115-3866-434D11DDA7CF}"/>
          </ac:spMkLst>
        </pc:spChg>
        <pc:spChg chg="mod">
          <ac:chgData name="Nian Tan" userId="9eafe045-81d4-4366-9c30-940616319586" providerId="ADAL" clId="{5E50BCD1-15D6-512A-8622-5725BF32A780}" dt="2025-10-01T06:30:45.860" v="26518" actId="12"/>
          <ac:spMkLst>
            <pc:docMk/>
            <pc:sldMk cId="169773329" sldId="260"/>
            <ac:spMk id="5" creationId="{F0709FE5-EB37-1A49-E4FC-A9EBD89039C4}"/>
          </ac:spMkLst>
        </pc:spChg>
      </pc:sldChg>
      <pc:sldChg chg="add modNotesTx">
        <pc:chgData name="Nian Tan" userId="9eafe045-81d4-4366-9c30-940616319586" providerId="ADAL" clId="{5E50BCD1-15D6-512A-8622-5725BF32A780}" dt="2025-10-15T15:08:47.249" v="41355" actId="20577"/>
        <pc:sldMkLst>
          <pc:docMk/>
          <pc:sldMk cId="2891120786" sldId="268"/>
        </pc:sldMkLst>
      </pc:sldChg>
      <pc:sldChg chg="addSp modSp add mod modAnim modNotesTx">
        <pc:chgData name="Nian Tan" userId="9eafe045-81d4-4366-9c30-940616319586" providerId="ADAL" clId="{5E50BCD1-15D6-512A-8622-5725BF32A780}" dt="2025-10-15T15:08:44.677" v="41354" actId="20577"/>
        <pc:sldMkLst>
          <pc:docMk/>
          <pc:sldMk cId="191841472" sldId="279"/>
        </pc:sldMkLst>
        <pc:spChg chg="mod">
          <ac:chgData name="Nian Tan" userId="9eafe045-81d4-4366-9c30-940616319586" providerId="ADAL" clId="{5E50BCD1-15D6-512A-8622-5725BF32A780}" dt="2025-10-06T16:07:15.648" v="35201" actId="20577"/>
          <ac:spMkLst>
            <pc:docMk/>
            <pc:sldMk cId="191841472" sldId="279"/>
            <ac:spMk id="2" creationId="{214545A3-1A4B-1E55-47B7-5466E752A8BD}"/>
          </ac:spMkLst>
        </pc:spChg>
        <pc:spChg chg="mod">
          <ac:chgData name="Nian Tan" userId="9eafe045-81d4-4366-9c30-940616319586" providerId="ADAL" clId="{5E50BCD1-15D6-512A-8622-5725BF32A780}" dt="2025-10-07T06:11:41.987" v="36629" actId="14100"/>
          <ac:spMkLst>
            <pc:docMk/>
            <pc:sldMk cId="191841472" sldId="279"/>
            <ac:spMk id="3" creationId="{87FBD42C-5AFE-3EF7-0A0A-B66D242E7A20}"/>
          </ac:spMkLst>
        </pc:spChg>
        <pc:picChg chg="add mod">
          <ac:chgData name="Nian Tan" userId="9eafe045-81d4-4366-9c30-940616319586" providerId="ADAL" clId="{5E50BCD1-15D6-512A-8622-5725BF32A780}" dt="2025-10-07T06:11:25.453" v="36626" actId="14100"/>
          <ac:picMkLst>
            <pc:docMk/>
            <pc:sldMk cId="191841472" sldId="279"/>
            <ac:picMk id="4" creationId="{185A4F93-5CB5-07A6-2632-5D9965F48733}"/>
          </ac:picMkLst>
        </pc:picChg>
      </pc:sldChg>
      <pc:sldChg chg="addSp delSp modSp mod delDesignElem chgLayout modNotesTx">
        <pc:chgData name="Nian Tan" userId="9eafe045-81d4-4366-9c30-940616319586" providerId="ADAL" clId="{5E50BCD1-15D6-512A-8622-5725BF32A780}" dt="2025-10-15T15:09:17.359" v="41369" actId="20577"/>
        <pc:sldMkLst>
          <pc:docMk/>
          <pc:sldMk cId="2044998322" sldId="308"/>
        </pc:sldMkLst>
        <pc:spChg chg="mod ord">
          <ac:chgData name="Nian Tan" userId="9eafe045-81d4-4366-9c30-940616319586" providerId="ADAL" clId="{5E50BCD1-15D6-512A-8622-5725BF32A780}" dt="2025-10-06T17:03:03.384" v="36193" actId="700"/>
          <ac:spMkLst>
            <pc:docMk/>
            <pc:sldMk cId="2044998322" sldId="308"/>
            <ac:spMk id="2" creationId="{3BBEB87D-3721-4E33-C872-87808807B715}"/>
          </ac:spMkLst>
        </pc:spChg>
        <pc:picChg chg="mod">
          <ac:chgData name="Nian Tan" userId="9eafe045-81d4-4366-9c30-940616319586" providerId="ADAL" clId="{5E50BCD1-15D6-512A-8622-5725BF32A780}" dt="2025-10-06T17:03:08.954" v="36195" actId="1076"/>
          <ac:picMkLst>
            <pc:docMk/>
            <pc:sldMk cId="2044998322" sldId="308"/>
            <ac:picMk id="7" creationId="{BFD0D68B-484E-A8F6-C7B0-2A80A4BA7117}"/>
          </ac:picMkLst>
        </pc:picChg>
      </pc:sldChg>
      <pc:sldChg chg="del">
        <pc:chgData name="Nian Tan" userId="9eafe045-81d4-4366-9c30-940616319586" providerId="ADAL" clId="{5E50BCD1-15D6-512A-8622-5725BF32A780}" dt="2025-10-15T15:09:22.852" v="41373" actId="2696"/>
        <pc:sldMkLst>
          <pc:docMk/>
          <pc:sldMk cId="3125959365" sldId="315"/>
        </pc:sldMkLst>
      </pc:sldChg>
      <pc:sldChg chg="modSp mod ord modAnim modNotesTx">
        <pc:chgData name="Nian Tan" userId="9eafe045-81d4-4366-9c30-940616319586" providerId="ADAL" clId="{5E50BCD1-15D6-512A-8622-5725BF32A780}" dt="2025-10-15T15:08:25.008" v="41345" actId="20577"/>
        <pc:sldMkLst>
          <pc:docMk/>
          <pc:sldMk cId="1968169804" sldId="341"/>
        </pc:sldMkLst>
        <pc:spChg chg="mod">
          <ac:chgData name="Nian Tan" userId="9eafe045-81d4-4366-9c30-940616319586" providerId="ADAL" clId="{5E50BCD1-15D6-512A-8622-5725BF32A780}" dt="2025-10-08T10:31:37.336" v="37460" actId="20577"/>
          <ac:spMkLst>
            <pc:docMk/>
            <pc:sldMk cId="1968169804" sldId="341"/>
            <ac:spMk id="3" creationId="{DA66BB77-3318-5798-E1DE-42963433828E}"/>
          </ac:spMkLst>
        </pc:spChg>
      </pc:sldChg>
      <pc:sldChg chg="addSp delSp modSp del mod ord delAnim modAnim modNotesTx">
        <pc:chgData name="Nian Tan" userId="9eafe045-81d4-4366-9c30-940616319586" providerId="ADAL" clId="{5E50BCD1-15D6-512A-8622-5725BF32A780}" dt="2025-10-15T15:09:22.443" v="41372" actId="2696"/>
        <pc:sldMkLst>
          <pc:docMk/>
          <pc:sldMk cId="2698149028" sldId="349"/>
        </pc:sldMkLst>
        <pc:spChg chg="mod">
          <ac:chgData name="Nian Tan" userId="9eafe045-81d4-4366-9c30-940616319586" providerId="ADAL" clId="{5E50BCD1-15D6-512A-8622-5725BF32A780}" dt="2025-10-01T08:45:31.390" v="27966" actId="1076"/>
          <ac:spMkLst>
            <pc:docMk/>
            <pc:sldMk cId="2698149028" sldId="349"/>
            <ac:spMk id="3" creationId="{303B0C8A-EE4A-FB3A-73CA-CB5683DAD790}"/>
          </ac:spMkLst>
        </pc:spChg>
      </pc:sldChg>
      <pc:sldChg chg="modSp mod ord modNotesTx">
        <pc:chgData name="Nian Tan" userId="9eafe045-81d4-4366-9c30-940616319586" providerId="ADAL" clId="{5E50BCD1-15D6-512A-8622-5725BF32A780}" dt="2025-10-15T15:08:26.994" v="41346" actId="20577"/>
        <pc:sldMkLst>
          <pc:docMk/>
          <pc:sldMk cId="2335115972" sldId="360"/>
        </pc:sldMkLst>
        <pc:graphicFrameChg chg="mod">
          <ac:chgData name="Nian Tan" userId="9eafe045-81d4-4366-9c30-940616319586" providerId="ADAL" clId="{5E50BCD1-15D6-512A-8622-5725BF32A780}" dt="2025-09-16T14:22:45.062" v="2077" actId="14100"/>
          <ac:graphicFrameMkLst>
            <pc:docMk/>
            <pc:sldMk cId="2335115972" sldId="360"/>
            <ac:graphicFrameMk id="3" creationId="{517FFB1D-9AA7-D279-9D6A-C989DFE35741}"/>
          </ac:graphicFrameMkLst>
        </pc:graphicFrameChg>
      </pc:sldChg>
      <pc:sldChg chg="modSp new mod modAnim modNotesTx">
        <pc:chgData name="Nian Tan" userId="9eafe045-81d4-4366-9c30-940616319586" providerId="ADAL" clId="{5E50BCD1-15D6-512A-8622-5725BF32A780}" dt="2025-10-15T15:08:40.887" v="41352" actId="20577"/>
        <pc:sldMkLst>
          <pc:docMk/>
          <pc:sldMk cId="3196169903" sldId="365"/>
        </pc:sldMkLst>
        <pc:spChg chg="mod">
          <ac:chgData name="Nian Tan" userId="9eafe045-81d4-4366-9c30-940616319586" providerId="ADAL" clId="{5E50BCD1-15D6-512A-8622-5725BF32A780}" dt="2025-10-06T15:59:14.743" v="34991" actId="20577"/>
          <ac:spMkLst>
            <pc:docMk/>
            <pc:sldMk cId="3196169903" sldId="365"/>
            <ac:spMk id="2" creationId="{1EDAB8E5-9BC1-A37F-25B9-EA9694BFF3E4}"/>
          </ac:spMkLst>
        </pc:spChg>
        <pc:spChg chg="mod">
          <ac:chgData name="Nian Tan" userId="9eafe045-81d4-4366-9c30-940616319586" providerId="ADAL" clId="{5E50BCD1-15D6-512A-8622-5725BF32A780}" dt="2025-09-26T10:46:49.882" v="9571" actId="20577"/>
          <ac:spMkLst>
            <pc:docMk/>
            <pc:sldMk cId="3196169903" sldId="365"/>
            <ac:spMk id="3" creationId="{A8D99656-9ABF-CD82-C745-7E7ACD8DF99E}"/>
          </ac:spMkLst>
        </pc:spChg>
      </pc:sldChg>
      <pc:sldChg chg="addSp delSp modSp new mod ord delDesignElem chgLayout modNotesTx">
        <pc:chgData name="Nian Tan" userId="9eafe045-81d4-4366-9c30-940616319586" providerId="ADAL" clId="{5E50BCD1-15D6-512A-8622-5725BF32A780}" dt="2025-10-15T15:09:14.417" v="41368" actId="20577"/>
        <pc:sldMkLst>
          <pc:docMk/>
          <pc:sldMk cId="2046162706" sldId="366"/>
        </pc:sldMkLst>
        <pc:spChg chg="mod ord">
          <ac:chgData name="Nian Tan" userId="9eafe045-81d4-4366-9c30-940616319586" providerId="ADAL" clId="{5E50BCD1-15D6-512A-8622-5725BF32A780}" dt="2025-10-06T17:02:16.150" v="36181" actId="700"/>
          <ac:spMkLst>
            <pc:docMk/>
            <pc:sldMk cId="2046162706" sldId="366"/>
            <ac:spMk id="2" creationId="{2AB9DE80-0114-F55A-6F5D-A84A9C56145F}"/>
          </ac:spMkLst>
        </pc:spChg>
        <pc:spChg chg="mod">
          <ac:chgData name="Nian Tan" userId="9eafe045-81d4-4366-9c30-940616319586" providerId="ADAL" clId="{5E50BCD1-15D6-512A-8622-5725BF32A780}" dt="2025-10-06T17:02:45.111" v="36189" actId="1076"/>
          <ac:spMkLst>
            <pc:docMk/>
            <pc:sldMk cId="2046162706" sldId="366"/>
            <ac:spMk id="1562" creationId="{6E19DF9E-4ED7-6934-109A-192C68AB42E0}"/>
          </ac:spMkLst>
        </pc:spChg>
        <pc:graphicFrameChg chg="mod">
          <ac:chgData name="Nian Tan" userId="9eafe045-81d4-4366-9c30-940616319586" providerId="ADAL" clId="{5E50BCD1-15D6-512A-8622-5725BF32A780}" dt="2025-10-06T17:02:48.305" v="36190" actId="14100"/>
          <ac:graphicFrameMkLst>
            <pc:docMk/>
            <pc:sldMk cId="2046162706" sldId="366"/>
            <ac:graphicFrameMk id="18" creationId="{53305D9C-43F7-62A0-C423-5140B078C33B}"/>
          </ac:graphicFrameMkLst>
        </pc:graphicFrameChg>
      </pc:sldChg>
      <pc:sldChg chg="addSp delSp modSp mod delAnim modAnim modNotesTx">
        <pc:chgData name="Nian Tan" userId="9eafe045-81d4-4366-9c30-940616319586" providerId="ADAL" clId="{5E50BCD1-15D6-512A-8622-5725BF32A780}" dt="2025-10-15T15:09:05.678" v="41364" actId="20577"/>
        <pc:sldMkLst>
          <pc:docMk/>
          <pc:sldMk cId="117220938" sldId="369"/>
        </pc:sldMkLst>
        <pc:spChg chg="add mod">
          <ac:chgData name="Nian Tan" userId="9eafe045-81d4-4366-9c30-940616319586" providerId="ADAL" clId="{5E50BCD1-15D6-512A-8622-5725BF32A780}" dt="2025-09-29T12:19:54.563" v="17146" actId="1076"/>
          <ac:spMkLst>
            <pc:docMk/>
            <pc:sldMk cId="117220938" sldId="369"/>
            <ac:spMk id="7" creationId="{F1E7A187-FF65-C13A-5488-063E9451CF2C}"/>
          </ac:spMkLst>
        </pc:spChg>
        <pc:spChg chg="add del">
          <ac:chgData name="Nian Tan" userId="9eafe045-81d4-4366-9c30-940616319586" providerId="ADAL" clId="{5E50BCD1-15D6-512A-8622-5725BF32A780}" dt="2025-09-17T09:44:07.075" v="2280" actId="478"/>
          <ac:spMkLst>
            <pc:docMk/>
            <pc:sldMk cId="117220938" sldId="369"/>
            <ac:spMk id="42" creationId="{B61B7A65-1C07-A4F9-9C9B-B055E77B452E}"/>
          </ac:spMkLst>
        </pc:spChg>
      </pc:sldChg>
      <pc:sldChg chg="modSp mod ord modAnim modNotesTx">
        <pc:chgData name="Nian Tan" userId="9eafe045-81d4-4366-9c30-940616319586" providerId="ADAL" clId="{5E50BCD1-15D6-512A-8622-5725BF32A780}" dt="2025-10-15T15:09:11.813" v="41367" actId="20577"/>
        <pc:sldMkLst>
          <pc:docMk/>
          <pc:sldMk cId="2128675752" sldId="371"/>
        </pc:sldMkLst>
        <pc:spChg chg="mod">
          <ac:chgData name="Nian Tan" userId="9eafe045-81d4-4366-9c30-940616319586" providerId="ADAL" clId="{5E50BCD1-15D6-512A-8622-5725BF32A780}" dt="2025-10-03T07:07:34.244" v="31328" actId="20577"/>
          <ac:spMkLst>
            <pc:docMk/>
            <pc:sldMk cId="2128675752" sldId="371"/>
            <ac:spMk id="3" creationId="{4DEFDC37-A531-3339-0863-E9E377059C54}"/>
          </ac:spMkLst>
        </pc:spChg>
      </pc:sldChg>
      <pc:sldChg chg="addSp delSp modSp new mod modNotesTx">
        <pc:chgData name="Nian Tan" userId="9eafe045-81d4-4366-9c30-940616319586" providerId="ADAL" clId="{5E50BCD1-15D6-512A-8622-5725BF32A780}" dt="2025-10-15T15:08:49.446" v="41356" actId="20577"/>
        <pc:sldMkLst>
          <pc:docMk/>
          <pc:sldMk cId="1802469183" sldId="372"/>
        </pc:sldMkLst>
        <pc:spChg chg="mod">
          <ac:chgData name="Nian Tan" userId="9eafe045-81d4-4366-9c30-940616319586" providerId="ADAL" clId="{5E50BCD1-15D6-512A-8622-5725BF32A780}" dt="2025-10-06T16:08:05.060" v="35212" actId="20577"/>
          <ac:spMkLst>
            <pc:docMk/>
            <pc:sldMk cId="1802469183" sldId="372"/>
            <ac:spMk id="2" creationId="{D434F2DA-C29B-F6A8-452E-DF58A4A12FA7}"/>
          </ac:spMkLst>
        </pc:spChg>
        <pc:picChg chg="add mod">
          <ac:chgData name="Nian Tan" userId="9eafe045-81d4-4366-9c30-940616319586" providerId="ADAL" clId="{5E50BCD1-15D6-512A-8622-5725BF32A780}" dt="2025-09-18T08:04:52.837" v="2298"/>
          <ac:picMkLst>
            <pc:docMk/>
            <pc:sldMk cId="1802469183" sldId="372"/>
            <ac:picMk id="4" creationId="{FE2D1CA2-9F79-75FF-4A4F-F55112F0ED2E}"/>
          </ac:picMkLst>
        </pc:picChg>
      </pc:sldChg>
      <pc:sldChg chg="modSp new mod ord modAnim modNotesTx">
        <pc:chgData name="Nian Tan" userId="9eafe045-81d4-4366-9c30-940616319586" providerId="ADAL" clId="{5E50BCD1-15D6-512A-8622-5725BF32A780}" dt="2025-10-15T15:08:55.509" v="41359" actId="20577"/>
        <pc:sldMkLst>
          <pc:docMk/>
          <pc:sldMk cId="287737062" sldId="376"/>
        </pc:sldMkLst>
        <pc:spChg chg="mod">
          <ac:chgData name="Nian Tan" userId="9eafe045-81d4-4366-9c30-940616319586" providerId="ADAL" clId="{5E50BCD1-15D6-512A-8622-5725BF32A780}" dt="2025-09-29T14:21:48.005" v="19844" actId="20577"/>
          <ac:spMkLst>
            <pc:docMk/>
            <pc:sldMk cId="287737062" sldId="376"/>
            <ac:spMk id="2" creationId="{AC73BC94-A164-9720-EF5E-BA788390CEFC}"/>
          </ac:spMkLst>
        </pc:spChg>
        <pc:spChg chg="mod">
          <ac:chgData name="Nian Tan" userId="9eafe045-81d4-4366-9c30-940616319586" providerId="ADAL" clId="{5E50BCD1-15D6-512A-8622-5725BF32A780}" dt="2025-10-08T11:20:16.255" v="40317" actId="20577"/>
          <ac:spMkLst>
            <pc:docMk/>
            <pc:sldMk cId="287737062" sldId="376"/>
            <ac:spMk id="3" creationId="{CC292F59-BFC7-1466-8022-67A116D47678}"/>
          </ac:spMkLst>
        </pc:spChg>
      </pc:sldChg>
      <pc:sldChg chg="addSp modSp new mod ord modNotesTx">
        <pc:chgData name="Nian Tan" userId="9eafe045-81d4-4366-9c30-940616319586" providerId="ADAL" clId="{5E50BCD1-15D6-512A-8622-5725BF32A780}" dt="2025-10-15T15:08:57.220" v="41360" actId="20577"/>
        <pc:sldMkLst>
          <pc:docMk/>
          <pc:sldMk cId="4030525416" sldId="378"/>
        </pc:sldMkLst>
        <pc:picChg chg="add mod">
          <ac:chgData name="Nian Tan" userId="9eafe045-81d4-4366-9c30-940616319586" providerId="ADAL" clId="{5E50BCD1-15D6-512A-8622-5725BF32A780}" dt="2025-09-29T07:02:36.009" v="14056" actId="1076"/>
          <ac:picMkLst>
            <pc:docMk/>
            <pc:sldMk cId="4030525416" sldId="378"/>
            <ac:picMk id="2" creationId="{E9D924FB-0B5C-94C2-7365-47E637CA703A}"/>
          </ac:picMkLst>
        </pc:picChg>
      </pc:sldChg>
      <pc:sldChg chg="addSp delSp modSp add del mod ord modNotesTx">
        <pc:chgData name="Nian Tan" userId="9eafe045-81d4-4366-9c30-940616319586" providerId="ADAL" clId="{5E50BCD1-15D6-512A-8622-5725BF32A780}" dt="2025-10-15T15:09:21.850" v="41371" actId="2696"/>
        <pc:sldMkLst>
          <pc:docMk/>
          <pc:sldMk cId="3567065018" sldId="380"/>
        </pc:sldMkLst>
        <pc:spChg chg="add mod">
          <ac:chgData name="Nian Tan" userId="9eafe045-81d4-4366-9c30-940616319586" providerId="ADAL" clId="{5E50BCD1-15D6-512A-8622-5725BF32A780}" dt="2025-09-29T12:05:38.484" v="16507" actId="1036"/>
          <ac:spMkLst>
            <pc:docMk/>
            <pc:sldMk cId="3567065018" sldId="380"/>
            <ac:spMk id="3" creationId="{12983B2F-FA88-C049-6D4F-443184064F17}"/>
          </ac:spMkLst>
        </pc:spChg>
        <pc:picChg chg="add mod">
          <ac:chgData name="Nian Tan" userId="9eafe045-81d4-4366-9c30-940616319586" providerId="ADAL" clId="{5E50BCD1-15D6-512A-8622-5725BF32A780}" dt="2025-09-29T12:05:17.549" v="16495" actId="1076"/>
          <ac:picMkLst>
            <pc:docMk/>
            <pc:sldMk cId="3567065018" sldId="380"/>
            <ac:picMk id="1028" creationId="{CFC35741-69AB-89E5-BE8B-6E52AB13364F}"/>
          </ac:picMkLst>
        </pc:picChg>
      </pc:sldChg>
      <pc:sldChg chg="addSp delSp modSp new mod setBg modAnim delDesignElem chgLayout modNotesTx">
        <pc:chgData name="Nian Tan" userId="9eafe045-81d4-4366-9c30-940616319586" providerId="ADAL" clId="{5E50BCD1-15D6-512A-8622-5725BF32A780}" dt="2025-10-15T15:08:36.360" v="41350" actId="20577"/>
        <pc:sldMkLst>
          <pc:docMk/>
          <pc:sldMk cId="3703585235" sldId="383"/>
        </pc:sldMkLst>
        <pc:spChg chg="add del mod ord">
          <ac:chgData name="Nian Tan" userId="9eafe045-81d4-4366-9c30-940616319586" providerId="ADAL" clId="{5E50BCD1-15D6-512A-8622-5725BF32A780}" dt="2025-10-06T17:00:22.409" v="36159" actId="700"/>
          <ac:spMkLst>
            <pc:docMk/>
            <pc:sldMk cId="3703585235" sldId="383"/>
            <ac:spMk id="2" creationId="{EF0D2FA8-0DEC-5D45-AFA0-54C37E856418}"/>
          </ac:spMkLst>
        </pc:spChg>
        <pc:spChg chg="add mod">
          <ac:chgData name="Nian Tan" userId="9eafe045-81d4-4366-9c30-940616319586" providerId="ADAL" clId="{5E50BCD1-15D6-512A-8622-5725BF32A780}" dt="2025-09-30T04:38:15.530" v="21873" actId="14100"/>
          <ac:spMkLst>
            <pc:docMk/>
            <pc:sldMk cId="3703585235" sldId="383"/>
            <ac:spMk id="28" creationId="{37991F9E-83EA-B208-ECC9-AA920CC23A17}"/>
          </ac:spMkLst>
        </pc:spChg>
        <pc:spChg chg="add del mod ord">
          <ac:chgData name="Nian Tan" userId="9eafe045-81d4-4366-9c30-940616319586" providerId="ADAL" clId="{5E50BCD1-15D6-512A-8622-5725BF32A780}" dt="2025-10-06T17:00:22.409" v="36159" actId="700"/>
          <ac:spMkLst>
            <pc:docMk/>
            <pc:sldMk cId="3703585235" sldId="383"/>
            <ac:spMk id="29" creationId="{66711D2A-3443-2591-E77C-911642794CF3}"/>
          </ac:spMkLst>
        </pc:spChg>
        <pc:picChg chg="add mod">
          <ac:chgData name="Nian Tan" userId="9eafe045-81d4-4366-9c30-940616319586" providerId="ADAL" clId="{5E50BCD1-15D6-512A-8622-5725BF32A780}" dt="2025-09-30T04:38:23.183" v="21874" actId="14100"/>
          <ac:picMkLst>
            <pc:docMk/>
            <pc:sldMk cId="3703585235" sldId="383"/>
            <ac:picMk id="25" creationId="{BE668777-5889-221B-7036-7F780D1CA24C}"/>
          </ac:picMkLst>
        </pc:picChg>
      </pc:sldChg>
      <pc:sldChg chg="addSp delSp modSp add mod delAnim modAnim modNotesTx">
        <pc:chgData name="Nian Tan" userId="9eafe045-81d4-4366-9c30-940616319586" providerId="ADAL" clId="{5E50BCD1-15D6-512A-8622-5725BF32A780}" dt="2025-10-15T15:08:29.451" v="41347" actId="20577"/>
        <pc:sldMkLst>
          <pc:docMk/>
          <pc:sldMk cId="310950100" sldId="384"/>
        </pc:sldMkLst>
        <pc:spChg chg="mod">
          <ac:chgData name="Nian Tan" userId="9eafe045-81d4-4366-9c30-940616319586" providerId="ADAL" clId="{5E50BCD1-15D6-512A-8622-5725BF32A780}" dt="2025-10-06T16:04:22.006" v="35192" actId="20577"/>
          <ac:spMkLst>
            <pc:docMk/>
            <pc:sldMk cId="310950100" sldId="384"/>
            <ac:spMk id="2" creationId="{45F67B4D-E51B-11C0-DCF9-CEE1D71C1E56}"/>
          </ac:spMkLst>
        </pc:spChg>
        <pc:spChg chg="mod">
          <ac:chgData name="Nian Tan" userId="9eafe045-81d4-4366-9c30-940616319586" providerId="ADAL" clId="{5E50BCD1-15D6-512A-8622-5725BF32A780}" dt="2025-10-08T10:34:47.159" v="37636" actId="20577"/>
          <ac:spMkLst>
            <pc:docMk/>
            <pc:sldMk cId="310950100" sldId="384"/>
            <ac:spMk id="3" creationId="{303B0C8A-EE4A-FB3A-73CA-CB5683DAD790}"/>
          </ac:spMkLst>
        </pc:spChg>
        <pc:spChg chg="add mod">
          <ac:chgData name="Nian Tan" userId="9eafe045-81d4-4366-9c30-940616319586" providerId="ADAL" clId="{5E50BCD1-15D6-512A-8622-5725BF32A780}" dt="2025-10-06T11:09:23.561" v="31784" actId="1076"/>
          <ac:spMkLst>
            <pc:docMk/>
            <pc:sldMk cId="310950100" sldId="384"/>
            <ac:spMk id="6" creationId="{283F0FF5-4CC7-3F03-1600-12F3382B7CA7}"/>
          </ac:spMkLst>
        </pc:spChg>
      </pc:sldChg>
      <pc:sldChg chg="addSp delSp modSp new mod modNotesTx">
        <pc:chgData name="Nian Tan" userId="9eafe045-81d4-4366-9c30-940616319586" providerId="ADAL" clId="{5E50BCD1-15D6-512A-8622-5725BF32A780}" dt="2025-10-15T15:08:34.041" v="41349" actId="20577"/>
        <pc:sldMkLst>
          <pc:docMk/>
          <pc:sldMk cId="714191782" sldId="386"/>
        </pc:sldMkLst>
        <pc:spChg chg="mod">
          <ac:chgData name="Nian Tan" userId="9eafe045-81d4-4366-9c30-940616319586" providerId="ADAL" clId="{5E50BCD1-15D6-512A-8622-5725BF32A780}" dt="2025-10-06T16:04:16.682" v="35188" actId="20577"/>
          <ac:spMkLst>
            <pc:docMk/>
            <pc:sldMk cId="714191782" sldId="386"/>
            <ac:spMk id="2" creationId="{24FDD4F2-2319-CC09-C402-2C606D9F3C8E}"/>
          </ac:spMkLst>
        </pc:spChg>
        <pc:graphicFrameChg chg="add mod modGraphic">
          <ac:chgData name="Nian Tan" userId="9eafe045-81d4-4366-9c30-940616319586" providerId="ADAL" clId="{5E50BCD1-15D6-512A-8622-5725BF32A780}" dt="2025-10-07T12:30:45.020" v="36980" actId="20577"/>
          <ac:graphicFrameMkLst>
            <pc:docMk/>
            <pc:sldMk cId="714191782" sldId="386"/>
            <ac:graphicFrameMk id="5" creationId="{1BCF2533-9995-7723-3C78-A22F4ECB5EE8}"/>
          </ac:graphicFrameMkLst>
        </pc:graphicFrameChg>
      </pc:sldChg>
      <pc:sldChg chg="addSp delSp modSp new mod ord setBg delDesignElem chgLayout modNotesTx">
        <pc:chgData name="Nian Tan" userId="9eafe045-81d4-4366-9c30-940616319586" providerId="ADAL" clId="{5E50BCD1-15D6-512A-8622-5725BF32A780}" dt="2025-10-15T15:09:07.955" v="41365" actId="20577"/>
        <pc:sldMkLst>
          <pc:docMk/>
          <pc:sldMk cId="2771667406" sldId="387"/>
        </pc:sldMkLst>
        <pc:spChg chg="mod ord">
          <ac:chgData name="Nian Tan" userId="9eafe045-81d4-4366-9c30-940616319586" providerId="ADAL" clId="{5E50BCD1-15D6-512A-8622-5725BF32A780}" dt="2025-10-06T17:01:23.730" v="36170" actId="700"/>
          <ac:spMkLst>
            <pc:docMk/>
            <pc:sldMk cId="2771667406" sldId="387"/>
            <ac:spMk id="2" creationId="{591ABF22-7679-8540-26FE-4F7B6F8D8810}"/>
          </ac:spMkLst>
        </pc:spChg>
        <pc:spChg chg="add mod">
          <ac:chgData name="Nian Tan" userId="9eafe045-81d4-4366-9c30-940616319586" providerId="ADAL" clId="{5E50BCD1-15D6-512A-8622-5725BF32A780}" dt="2025-10-06T17:01:50.171" v="36177" actId="1076"/>
          <ac:spMkLst>
            <pc:docMk/>
            <pc:sldMk cId="2771667406" sldId="387"/>
            <ac:spMk id="6" creationId="{A18BA5D8-651E-AD16-7CBD-ADE838AD81EA}"/>
          </ac:spMkLst>
        </pc:spChg>
        <pc:spChg chg="add mod ord">
          <ac:chgData name="Nian Tan" userId="9eafe045-81d4-4366-9c30-940616319586" providerId="ADAL" clId="{5E50BCD1-15D6-512A-8622-5725BF32A780}" dt="2025-10-06T17:01:59.420" v="36179" actId="14100"/>
          <ac:spMkLst>
            <pc:docMk/>
            <pc:sldMk cId="2771667406" sldId="387"/>
            <ac:spMk id="15" creationId="{A48255EA-E179-2F70-1301-E44B76B72577}"/>
          </ac:spMkLst>
        </pc:spChg>
        <pc:picChg chg="add mod modCrop">
          <ac:chgData name="Nian Tan" userId="9eafe045-81d4-4366-9c30-940616319586" providerId="ADAL" clId="{5E50BCD1-15D6-512A-8622-5725BF32A780}" dt="2025-10-06T17:01:46.911" v="36176" actId="1076"/>
          <ac:picMkLst>
            <pc:docMk/>
            <pc:sldMk cId="2771667406" sldId="387"/>
            <ac:picMk id="5" creationId="{A94C7277-BB84-F880-0D11-29B722EAF6A2}"/>
          </ac:picMkLst>
        </pc:picChg>
      </pc:sldChg>
      <pc:sldChg chg="modSp new mod ord modNotesTx">
        <pc:chgData name="Nian Tan" userId="9eafe045-81d4-4366-9c30-940616319586" providerId="ADAL" clId="{5E50BCD1-15D6-512A-8622-5725BF32A780}" dt="2025-10-15T15:08:59.577" v="41361" actId="20577"/>
        <pc:sldMkLst>
          <pc:docMk/>
          <pc:sldMk cId="3679653890" sldId="388"/>
        </pc:sldMkLst>
        <pc:spChg chg="mod">
          <ac:chgData name="Nian Tan" userId="9eafe045-81d4-4366-9c30-940616319586" providerId="ADAL" clId="{5E50BCD1-15D6-512A-8622-5725BF32A780}" dt="2025-10-06T16:48:52.099" v="36105" actId="20577"/>
          <ac:spMkLst>
            <pc:docMk/>
            <pc:sldMk cId="3679653890" sldId="388"/>
            <ac:spMk id="2" creationId="{9BFA4434-20D1-9A55-3B48-EC0B65DBC2B7}"/>
          </ac:spMkLst>
        </pc:spChg>
        <pc:spChg chg="mod">
          <ac:chgData name="Nian Tan" userId="9eafe045-81d4-4366-9c30-940616319586" providerId="ADAL" clId="{5E50BCD1-15D6-512A-8622-5725BF32A780}" dt="2025-10-06T16:47:38.579" v="36096" actId="20577"/>
          <ac:spMkLst>
            <pc:docMk/>
            <pc:sldMk cId="3679653890" sldId="388"/>
            <ac:spMk id="3" creationId="{3E6A90C1-254B-DF29-155E-140E412C5075}"/>
          </ac:spMkLst>
        </pc:spChg>
      </pc:sldChg>
      <pc:sldChg chg="addSp delSp modSp add mod ord modAnim modNotesTx">
        <pc:chgData name="Nian Tan" userId="9eafe045-81d4-4366-9c30-940616319586" providerId="ADAL" clId="{5E50BCD1-15D6-512A-8622-5725BF32A780}" dt="2025-10-15T15:08:51.122" v="41357" actId="20577"/>
        <pc:sldMkLst>
          <pc:docMk/>
          <pc:sldMk cId="1993302868" sldId="389"/>
        </pc:sldMkLst>
        <pc:spChg chg="mod">
          <ac:chgData name="Nian Tan" userId="9eafe045-81d4-4366-9c30-940616319586" providerId="ADAL" clId="{5E50BCD1-15D6-512A-8622-5725BF32A780}" dt="2025-10-06T16:08:28.364" v="35232" actId="20577"/>
          <ac:spMkLst>
            <pc:docMk/>
            <pc:sldMk cId="1993302868" sldId="389"/>
            <ac:spMk id="2" creationId="{363361D2-38C7-57C5-3B92-291BEC03F2B2}"/>
          </ac:spMkLst>
        </pc:spChg>
        <pc:spChg chg="mod">
          <ac:chgData name="Nian Tan" userId="9eafe045-81d4-4366-9c30-940616319586" providerId="ADAL" clId="{5E50BCD1-15D6-512A-8622-5725BF32A780}" dt="2025-10-08T11:07:42.621" v="39292" actId="20577"/>
          <ac:spMkLst>
            <pc:docMk/>
            <pc:sldMk cId="1993302868" sldId="389"/>
            <ac:spMk id="3" creationId="{86E32217-94D7-EB95-DAE3-C2448CCC601E}"/>
          </ac:spMkLst>
        </pc:spChg>
      </pc:sldChg>
      <pc:sldChg chg="addSp modSp new mod ord modNotesTx">
        <pc:chgData name="Nian Tan" userId="9eafe045-81d4-4366-9c30-940616319586" providerId="ADAL" clId="{5E50BCD1-15D6-512A-8622-5725BF32A780}" dt="2025-10-15T15:08:53.309" v="41358" actId="20577"/>
        <pc:sldMkLst>
          <pc:docMk/>
          <pc:sldMk cId="2545209086" sldId="392"/>
        </pc:sldMkLst>
        <pc:graphicFrameChg chg="add mod modGraphic">
          <ac:chgData name="Nian Tan" userId="9eafe045-81d4-4366-9c30-940616319586" providerId="ADAL" clId="{5E50BCD1-15D6-512A-8622-5725BF32A780}" dt="2025-10-06T16:27:14.914" v="35791" actId="13926"/>
          <ac:graphicFrameMkLst>
            <pc:docMk/>
            <pc:sldMk cId="2545209086" sldId="392"/>
            <ac:graphicFrameMk id="2" creationId="{33A72763-84C2-0575-A85F-6D47C21E6E5B}"/>
          </ac:graphicFrameMkLst>
        </pc:graphicFrameChg>
        <pc:graphicFrameChg chg="add mod modGraphic">
          <ac:chgData name="Nian Tan" userId="9eafe045-81d4-4366-9c30-940616319586" providerId="ADAL" clId="{5E50BCD1-15D6-512A-8622-5725BF32A780}" dt="2025-10-01T06:24:00.301" v="26397" actId="1036"/>
          <ac:graphicFrameMkLst>
            <pc:docMk/>
            <pc:sldMk cId="2545209086" sldId="392"/>
            <ac:graphicFrameMk id="3" creationId="{C1B45E9A-0E77-2492-15E8-20BBF5F14D26}"/>
          </ac:graphicFrameMkLst>
        </pc:graphicFrameChg>
      </pc:sldChg>
      <pc:sldChg chg="addSp delSp modSp add mod delAnim modNotesTx">
        <pc:chgData name="Nian Tan" userId="9eafe045-81d4-4366-9c30-940616319586" providerId="ADAL" clId="{5E50BCD1-15D6-512A-8622-5725BF32A780}" dt="2025-10-15T15:08:31.679" v="41348" actId="20577"/>
        <pc:sldMkLst>
          <pc:docMk/>
          <pc:sldMk cId="2948631470" sldId="393"/>
        </pc:sldMkLst>
        <pc:spChg chg="mod">
          <ac:chgData name="Nian Tan" userId="9eafe045-81d4-4366-9c30-940616319586" providerId="ADAL" clId="{5E50BCD1-15D6-512A-8622-5725BF32A780}" dt="2025-10-06T16:04:18.898" v="35190" actId="20577"/>
          <ac:spMkLst>
            <pc:docMk/>
            <pc:sldMk cId="2948631470" sldId="393"/>
            <ac:spMk id="2" creationId="{AB41566F-71A6-145F-972E-96FD016D883D}"/>
          </ac:spMkLst>
        </pc:spChg>
        <pc:spChg chg="mod">
          <ac:chgData name="Nian Tan" userId="9eafe045-81d4-4366-9c30-940616319586" providerId="ADAL" clId="{5E50BCD1-15D6-512A-8622-5725BF32A780}" dt="2025-10-06T15:14:08.615" v="34309" actId="1076"/>
          <ac:spMkLst>
            <pc:docMk/>
            <pc:sldMk cId="2948631470" sldId="393"/>
            <ac:spMk id="14" creationId="{02D9DAE8-005D-26A7-2666-3588BDF13557}"/>
          </ac:spMkLst>
        </pc:spChg>
        <pc:spChg chg="mod">
          <ac:chgData name="Nian Tan" userId="9eafe045-81d4-4366-9c30-940616319586" providerId="ADAL" clId="{5E50BCD1-15D6-512A-8622-5725BF32A780}" dt="2025-10-06T16:03:15.299" v="35177" actId="1076"/>
          <ac:spMkLst>
            <pc:docMk/>
            <pc:sldMk cId="2948631470" sldId="393"/>
            <ac:spMk id="15" creationId="{75CBAE54-83A8-9D8A-BA9C-2B5320AFC62D}"/>
          </ac:spMkLst>
        </pc:spChg>
        <pc:graphicFrameChg chg="mod">
          <ac:chgData name="Nian Tan" userId="9eafe045-81d4-4366-9c30-940616319586" providerId="ADAL" clId="{5E50BCD1-15D6-512A-8622-5725BF32A780}" dt="2025-10-06T15:59:57.036" v="35029" actId="20577"/>
          <ac:graphicFrameMkLst>
            <pc:docMk/>
            <pc:sldMk cId="2948631470" sldId="393"/>
            <ac:graphicFrameMk id="13" creationId="{57E2847F-C643-880B-49F3-99EE893156AC}"/>
          </ac:graphicFrameMkLst>
        </pc:graphicFrameChg>
      </pc:sldChg>
      <pc:sldChg chg="addSp delSp modSp add mod delAnim modAnim delDesignElem chgLayout modNotesTx">
        <pc:chgData name="Nian Tan" userId="9eafe045-81d4-4366-9c30-940616319586" providerId="ADAL" clId="{5E50BCD1-15D6-512A-8622-5725BF32A780}" dt="2025-10-15T15:09:03.499" v="41363" actId="20577"/>
        <pc:sldMkLst>
          <pc:docMk/>
          <pc:sldMk cId="776297172" sldId="394"/>
        </pc:sldMkLst>
        <pc:spChg chg="mod ord">
          <ac:chgData name="Nian Tan" userId="9eafe045-81d4-4366-9c30-940616319586" providerId="ADAL" clId="{5E50BCD1-15D6-512A-8622-5725BF32A780}" dt="2025-10-06T17:00:39.621" v="36161" actId="27636"/>
          <ac:spMkLst>
            <pc:docMk/>
            <pc:sldMk cId="776297172" sldId="394"/>
            <ac:spMk id="2" creationId="{BD72C4B7-3933-E7E0-5DD6-F8A3913BA06C}"/>
          </ac:spMkLst>
        </pc:spChg>
        <pc:spChg chg="add mod ord">
          <ac:chgData name="Nian Tan" userId="9eafe045-81d4-4366-9c30-940616319586" providerId="ADAL" clId="{5E50BCD1-15D6-512A-8622-5725BF32A780}" dt="2025-10-06T17:00:50.025" v="36163"/>
          <ac:spMkLst>
            <pc:docMk/>
            <pc:sldMk cId="776297172" sldId="394"/>
            <ac:spMk id="5" creationId="{1B93CC4B-D165-4A29-7DC4-F599C033B1D6}"/>
          </ac:spMkLst>
        </pc:spChg>
        <pc:picChg chg="add mod">
          <ac:chgData name="Nian Tan" userId="9eafe045-81d4-4366-9c30-940616319586" providerId="ADAL" clId="{5E50BCD1-15D6-512A-8622-5725BF32A780}" dt="2025-10-07T06:19:39.655" v="36906" actId="14826"/>
          <ac:picMkLst>
            <pc:docMk/>
            <pc:sldMk cId="776297172" sldId="394"/>
            <ac:picMk id="4" creationId="{CF4198F7-1808-F0D7-98BA-C8780C045D93}"/>
          </ac:picMkLst>
        </pc:picChg>
      </pc:sldChg>
      <pc:sldChg chg="add del ord">
        <pc:chgData name="Nian Tan" userId="9eafe045-81d4-4366-9c30-940616319586" providerId="ADAL" clId="{5E50BCD1-15D6-512A-8622-5725BF32A780}" dt="2025-10-15T15:09:23.701" v="41375" actId="2696"/>
        <pc:sldMkLst>
          <pc:docMk/>
          <pc:sldMk cId="3142213027" sldId="395"/>
        </pc:sldMkLst>
      </pc:sldChg>
      <pc:sldChg chg="addSp delSp modSp add mod ord delDesignElem chgLayout modNotesTx">
        <pc:chgData name="Nian Tan" userId="9eafe045-81d4-4366-9c30-940616319586" providerId="ADAL" clId="{5E50BCD1-15D6-512A-8622-5725BF32A780}" dt="2025-10-15T15:09:09.613" v="41366" actId="20577"/>
        <pc:sldMkLst>
          <pc:docMk/>
          <pc:sldMk cId="949409457" sldId="403"/>
        </pc:sldMkLst>
        <pc:spChg chg="mod ord">
          <ac:chgData name="Nian Tan" userId="9eafe045-81d4-4366-9c30-940616319586" providerId="ADAL" clId="{5E50BCD1-15D6-512A-8622-5725BF32A780}" dt="2025-10-06T17:02:07.924" v="36180" actId="700"/>
          <ac:spMkLst>
            <pc:docMk/>
            <pc:sldMk cId="949409457" sldId="403"/>
            <ac:spMk id="2" creationId="{BE784535-9C19-875F-094D-9E334AA4BADE}"/>
          </ac:spMkLst>
        </pc:spChg>
        <pc:graphicFrameChg chg="mod ord modGraphic">
          <ac:chgData name="Nian Tan" userId="9eafe045-81d4-4366-9c30-940616319586" providerId="ADAL" clId="{5E50BCD1-15D6-512A-8622-5725BF32A780}" dt="2025-10-06T17:02:07.924" v="36180" actId="700"/>
          <ac:graphicFrameMkLst>
            <pc:docMk/>
            <pc:sldMk cId="949409457" sldId="403"/>
            <ac:graphicFrameMk id="4" creationId="{A9686271-178E-CD9C-4ED3-479940B011BC}"/>
          </ac:graphicFrameMkLst>
        </pc:graphicFrameChg>
      </pc:sldChg>
      <pc:sldChg chg="add del ord modNotesTx">
        <pc:chgData name="Nian Tan" userId="9eafe045-81d4-4366-9c30-940616319586" providerId="ADAL" clId="{5E50BCD1-15D6-512A-8622-5725BF32A780}" dt="2025-10-15T15:09:23.270" v="41374" actId="2696"/>
        <pc:sldMkLst>
          <pc:docMk/>
          <pc:sldMk cId="1803351091" sldId="404"/>
        </pc:sldMkLst>
      </pc:sldChg>
      <pc:sldChg chg="addSp delSp modSp add mod modClrScheme delAnim delDesignElem chgLayout modNotesTx">
        <pc:chgData name="Nian Tan" userId="9eafe045-81d4-4366-9c30-940616319586" providerId="ADAL" clId="{5E50BCD1-15D6-512A-8622-5725BF32A780}" dt="2025-10-15T15:08:38.559" v="41351" actId="20577"/>
        <pc:sldMkLst>
          <pc:docMk/>
          <pc:sldMk cId="254774436" sldId="405"/>
        </pc:sldMkLst>
        <pc:spChg chg="add mod">
          <ac:chgData name="Nian Tan" userId="9eafe045-81d4-4366-9c30-940616319586" providerId="ADAL" clId="{5E50BCD1-15D6-512A-8622-5725BF32A780}" dt="2025-10-07T06:08:14.047" v="36482" actId="1076"/>
          <ac:spMkLst>
            <pc:docMk/>
            <pc:sldMk cId="254774436" sldId="405"/>
            <ac:spMk id="14" creationId="{963A8AE8-2B10-84EE-DA00-5818541238E3}"/>
          </ac:spMkLst>
        </pc:spChg>
        <pc:graphicFrameChg chg="add mod">
          <ac:chgData name="Nian Tan" userId="9eafe045-81d4-4366-9c30-940616319586" providerId="ADAL" clId="{5E50BCD1-15D6-512A-8622-5725BF32A780}" dt="2025-10-07T06:07:40.259" v="36477" actId="1076"/>
          <ac:graphicFrameMkLst>
            <pc:docMk/>
            <pc:sldMk cId="254774436" sldId="405"/>
            <ac:graphicFrameMk id="11" creationId="{3D3DD421-C3D7-B1DA-D41E-C70F1D53728A}"/>
          </ac:graphicFrameMkLst>
        </pc:graphicFrameChg>
        <pc:graphicFrameChg chg="add mod">
          <ac:chgData name="Nian Tan" userId="9eafe045-81d4-4366-9c30-940616319586" providerId="ADAL" clId="{5E50BCD1-15D6-512A-8622-5725BF32A780}" dt="2025-10-07T06:08:19.028" v="36491" actId="1037"/>
          <ac:graphicFrameMkLst>
            <pc:docMk/>
            <pc:sldMk cId="254774436" sldId="405"/>
            <ac:graphicFrameMk id="15" creationId="{62F01B93-4551-FF78-5BB6-24D9C70AB3E9}"/>
          </ac:graphicFrameMkLst>
        </pc:graphicFrameChg>
        <pc:picChg chg="add mod">
          <ac:chgData name="Nian Tan" userId="9eafe045-81d4-4366-9c30-940616319586" providerId="ADAL" clId="{5E50BCD1-15D6-512A-8622-5725BF32A780}" dt="2025-10-07T06:08:37.512" v="36493"/>
          <ac:picMkLst>
            <pc:docMk/>
            <pc:sldMk cId="254774436" sldId="405"/>
            <ac:picMk id="17" creationId="{0486D994-9271-0590-52E5-AB80975BB8A6}"/>
          </ac:picMkLst>
        </pc:picChg>
      </pc:sldChg>
      <pc:sldChg chg="addSp delSp modSp add mod ord delDesignElem chgLayout modNotesTx">
        <pc:chgData name="Nian Tan" userId="9eafe045-81d4-4366-9c30-940616319586" providerId="ADAL" clId="{5E50BCD1-15D6-512A-8622-5725BF32A780}" dt="2025-10-15T15:09:01.732" v="41362" actId="20577"/>
        <pc:sldMkLst>
          <pc:docMk/>
          <pc:sldMk cId="1551409771" sldId="406"/>
        </pc:sldMkLst>
        <pc:spChg chg="mod ord">
          <ac:chgData name="Nian Tan" userId="9eafe045-81d4-4366-9c30-940616319586" providerId="ADAL" clId="{5E50BCD1-15D6-512A-8622-5725BF32A780}" dt="2025-10-07T06:20:29.713" v="36910" actId="700"/>
          <ac:spMkLst>
            <pc:docMk/>
            <pc:sldMk cId="1551409771" sldId="406"/>
            <ac:spMk id="2" creationId="{926108DA-8A46-EDD7-B814-17CA265F4CB2}"/>
          </ac:spMkLst>
        </pc:spChg>
        <pc:spChg chg="add mod ord">
          <ac:chgData name="Nian Tan" userId="9eafe045-81d4-4366-9c30-940616319586" providerId="ADAL" clId="{5E50BCD1-15D6-512A-8622-5725BF32A780}" dt="2025-10-08T11:25:38.691" v="40708" actId="20577"/>
          <ac:spMkLst>
            <pc:docMk/>
            <pc:sldMk cId="1551409771" sldId="406"/>
            <ac:spMk id="4" creationId="{33E39A76-EEBB-AAEF-09A8-CFDC94843617}"/>
          </ac:spMkLst>
        </pc:spChg>
        <pc:picChg chg="add mod">
          <ac:chgData name="Nian Tan" userId="9eafe045-81d4-4366-9c30-940616319586" providerId="ADAL" clId="{5E50BCD1-15D6-512A-8622-5725BF32A780}" dt="2025-10-07T06:21:11.053" v="36960" actId="14100"/>
          <ac:picMkLst>
            <pc:docMk/>
            <pc:sldMk cId="1551409771" sldId="406"/>
            <ac:picMk id="5" creationId="{2CE5BCD7-C3B2-860D-AD5F-0898FDFC96AA}"/>
          </ac:picMkLst>
        </pc:picChg>
      </pc:sldChg>
      <pc:sldChg chg="modSp add mod modNotesTx">
        <pc:chgData name="Nian Tan" userId="9eafe045-81d4-4366-9c30-940616319586" providerId="ADAL" clId="{5E50BCD1-15D6-512A-8622-5725BF32A780}" dt="2025-10-15T15:09:51.257" v="41379" actId="20577"/>
        <pc:sldMkLst>
          <pc:docMk/>
          <pc:sldMk cId="2969049905" sldId="407"/>
        </pc:sldMkLst>
        <pc:spChg chg="mod">
          <ac:chgData name="Nian Tan" userId="9eafe045-81d4-4366-9c30-940616319586" providerId="ADAL" clId="{5E50BCD1-15D6-512A-8622-5725BF32A780}" dt="2025-10-06T16:52:31.177" v="36155" actId="20577"/>
          <ac:spMkLst>
            <pc:docMk/>
            <pc:sldMk cId="2969049905" sldId="407"/>
            <ac:spMk id="2" creationId="{9FCD7FA2-26E6-D6A5-EEED-EDFB499D0049}"/>
          </ac:spMkLst>
        </pc:spChg>
        <pc:spChg chg="mod">
          <ac:chgData name="Nian Tan" userId="9eafe045-81d4-4366-9c30-940616319586" providerId="ADAL" clId="{5E50BCD1-15D6-512A-8622-5725BF32A780}" dt="2025-10-06T16:51:34.147" v="36119" actId="12"/>
          <ac:spMkLst>
            <pc:docMk/>
            <pc:sldMk cId="2969049905" sldId="407"/>
            <ac:spMk id="3" creationId="{0375426F-A448-1047-D600-2D098A207FD8}"/>
          </ac:spMkLst>
        </pc:spChg>
      </pc:sldChg>
    </pc:docChg>
  </pc:docChgLst>
  <pc:docChgLst>
    <pc:chgData name="Nian Tan" userId="S::worc5461@ox.ac.uk::9eafe045-81d4-4366-9c30-940616319586" providerId="AD" clId="Web-{951E6881-6E58-DC5B-AE93-8688F7E91415}"/>
    <pc:docChg chg="addSld delSld modSld sldOrd">
      <pc:chgData name="Nian Tan" userId="S::worc5461@ox.ac.uk::9eafe045-81d4-4366-9c30-940616319586" providerId="AD" clId="Web-{951E6881-6E58-DC5B-AE93-8688F7E91415}" dt="2025-09-17T07:40:11.211" v="512"/>
      <pc:docMkLst>
        <pc:docMk/>
      </pc:docMkLst>
      <pc:sldChg chg="ord">
        <pc:chgData name="Nian Tan" userId="S::worc5461@ox.ac.uk::9eafe045-81d4-4366-9c30-940616319586" providerId="AD" clId="Web-{951E6881-6E58-DC5B-AE93-8688F7E91415}" dt="2025-09-17T07:40:05.945" v="511"/>
        <pc:sldMkLst>
          <pc:docMk/>
          <pc:sldMk cId="2044998322" sldId="308"/>
        </pc:sldMkLst>
      </pc:sldChg>
      <pc:sldChg chg="addSp delSp modSp mod ord setBg">
        <pc:chgData name="Nian Tan" userId="S::worc5461@ox.ac.uk::9eafe045-81d4-4366-9c30-940616319586" providerId="AD" clId="Web-{951E6881-6E58-DC5B-AE93-8688F7E91415}" dt="2025-09-17T07:39:11.364" v="499" actId="20577"/>
        <pc:sldMkLst>
          <pc:docMk/>
          <pc:sldMk cId="2046162706" sldId="366"/>
        </pc:sldMkLst>
        <pc:spChg chg="mod">
          <ac:chgData name="Nian Tan" userId="S::worc5461@ox.ac.uk::9eafe045-81d4-4366-9c30-940616319586" providerId="AD" clId="Web-{951E6881-6E58-DC5B-AE93-8688F7E91415}" dt="2025-09-17T07:39:11.364" v="499" actId="20577"/>
          <ac:spMkLst>
            <pc:docMk/>
            <pc:sldMk cId="2046162706" sldId="366"/>
            <ac:spMk id="2" creationId="{2AB9DE80-0114-F55A-6F5D-A84A9C56145F}"/>
          </ac:spMkLst>
        </pc:spChg>
        <pc:spChg chg="add mod">
          <ac:chgData name="Nian Tan" userId="S::worc5461@ox.ac.uk::9eafe045-81d4-4366-9c30-940616319586" providerId="AD" clId="Web-{951E6881-6E58-DC5B-AE93-8688F7E91415}" dt="2025-09-17T07:06:41.025" v="343" actId="1076"/>
          <ac:spMkLst>
            <pc:docMk/>
            <pc:sldMk cId="2046162706" sldId="366"/>
            <ac:spMk id="1562" creationId="{6E19DF9E-4ED7-6934-109A-192C68AB42E0}"/>
          </ac:spMkLst>
        </pc:spChg>
        <pc:graphicFrameChg chg="add mod modGraphic">
          <ac:chgData name="Nian Tan" userId="S::worc5461@ox.ac.uk::9eafe045-81d4-4366-9c30-940616319586" providerId="AD" clId="Web-{951E6881-6E58-DC5B-AE93-8688F7E91415}" dt="2025-09-17T07:04:24.502" v="326"/>
          <ac:graphicFrameMkLst>
            <pc:docMk/>
            <pc:sldMk cId="2046162706" sldId="366"/>
            <ac:graphicFrameMk id="18" creationId="{53305D9C-43F7-62A0-C423-5140B078C33B}"/>
          </ac:graphicFrameMkLst>
        </pc:graphicFrameChg>
      </pc:sldChg>
      <pc:sldChg chg="addSp delSp modSp new modNotes">
        <pc:chgData name="Nian Tan" userId="S::worc5461@ox.ac.uk::9eafe045-81d4-4366-9c30-940616319586" providerId="AD" clId="Web-{951E6881-6E58-DC5B-AE93-8688F7E91415}" dt="2025-09-17T07:35:36.831" v="470" actId="1076"/>
        <pc:sldMkLst>
          <pc:docMk/>
          <pc:sldMk cId="117220938" sldId="369"/>
        </pc:sldMkLst>
        <pc:spChg chg="mod">
          <ac:chgData name="Nian Tan" userId="S::worc5461@ox.ac.uk::9eafe045-81d4-4366-9c30-940616319586" providerId="AD" clId="Web-{951E6881-6E58-DC5B-AE93-8688F7E91415}" dt="2025-09-17T07:12:59.458" v="367" actId="20577"/>
          <ac:spMkLst>
            <pc:docMk/>
            <pc:sldMk cId="117220938" sldId="369"/>
            <ac:spMk id="2" creationId="{07E8426B-85E8-2965-4ECF-1E321677B353}"/>
          </ac:spMkLst>
        </pc:spChg>
        <pc:spChg chg="mod">
          <ac:chgData name="Nian Tan" userId="S::worc5461@ox.ac.uk::9eafe045-81d4-4366-9c30-940616319586" providerId="AD" clId="Web-{951E6881-6E58-DC5B-AE93-8688F7E91415}" dt="2025-09-17T07:20:07.801" v="374" actId="14100"/>
          <ac:spMkLst>
            <pc:docMk/>
            <pc:sldMk cId="117220938" sldId="369"/>
            <ac:spMk id="3" creationId="{DADC1201-9159-0719-D822-FB990AB21EBB}"/>
          </ac:spMkLst>
        </pc:spChg>
        <pc:spChg chg="add mod">
          <ac:chgData name="Nian Tan" userId="S::worc5461@ox.ac.uk::9eafe045-81d4-4366-9c30-940616319586" providerId="AD" clId="Web-{951E6881-6E58-DC5B-AE93-8688F7E91415}" dt="2025-09-17T07:35:36.831" v="470" actId="1076"/>
          <ac:spMkLst>
            <pc:docMk/>
            <pc:sldMk cId="117220938" sldId="369"/>
            <ac:spMk id="42" creationId="{B61B7A65-1C07-A4F9-9C9B-B055E77B452E}"/>
          </ac:spMkLst>
        </pc:spChg>
        <pc:spChg chg="add mod">
          <ac:chgData name="Nian Tan" userId="S::worc5461@ox.ac.uk::9eafe045-81d4-4366-9c30-940616319586" providerId="AD" clId="Web-{951E6881-6E58-DC5B-AE93-8688F7E91415}" dt="2025-09-17T07:24:07.362" v="430" actId="1076"/>
          <ac:spMkLst>
            <pc:docMk/>
            <pc:sldMk cId="117220938" sldId="369"/>
            <ac:spMk id="63" creationId="{B83A2928-5B2E-1571-6CD7-F7742E52ADF0}"/>
          </ac:spMkLst>
        </pc:spChg>
        <pc:graphicFrameChg chg="add mod modGraphic">
          <ac:chgData name="Nian Tan" userId="S::worc5461@ox.ac.uk::9eafe045-81d4-4366-9c30-940616319586" providerId="AD" clId="Web-{951E6881-6E58-DC5B-AE93-8688F7E91415}" dt="2025-09-17T07:23:48.236" v="427" actId="1076"/>
          <ac:graphicFrameMkLst>
            <pc:docMk/>
            <pc:sldMk cId="117220938" sldId="369"/>
            <ac:graphicFrameMk id="5" creationId="{A5711F22-AA57-B076-9304-CB681F97F301}"/>
          </ac:graphicFrameMkLst>
        </pc:graphicFrameChg>
      </pc:sldChg>
      <pc:sldChg chg="modSp new">
        <pc:chgData name="Nian Tan" userId="S::worc5461@ox.ac.uk::9eafe045-81d4-4366-9c30-940616319586" providerId="AD" clId="Web-{951E6881-6E58-DC5B-AE93-8688F7E91415}" dt="2025-09-17T07:39:27.490" v="504" actId="20577"/>
        <pc:sldMkLst>
          <pc:docMk/>
          <pc:sldMk cId="2128675752" sldId="371"/>
        </pc:sldMkLst>
        <pc:spChg chg="mod">
          <ac:chgData name="Nian Tan" userId="S::worc5461@ox.ac.uk::9eafe045-81d4-4366-9c30-940616319586" providerId="AD" clId="Web-{951E6881-6E58-DC5B-AE93-8688F7E91415}" dt="2025-09-17T07:37:13.512" v="485" actId="20577"/>
          <ac:spMkLst>
            <pc:docMk/>
            <pc:sldMk cId="2128675752" sldId="371"/>
            <ac:spMk id="2" creationId="{1C4DBDB7-6ED7-4E21-82C6-0C31A750E898}"/>
          </ac:spMkLst>
        </pc:spChg>
        <pc:spChg chg="mod">
          <ac:chgData name="Nian Tan" userId="S::worc5461@ox.ac.uk::9eafe045-81d4-4366-9c30-940616319586" providerId="AD" clId="Web-{951E6881-6E58-DC5B-AE93-8688F7E91415}" dt="2025-09-17T07:39:27.490" v="504" actId="20577"/>
          <ac:spMkLst>
            <pc:docMk/>
            <pc:sldMk cId="2128675752" sldId="371"/>
            <ac:spMk id="3" creationId="{4DEFDC37-A531-3339-0863-E9E377059C54}"/>
          </ac:spMkLst>
        </pc:spChg>
      </pc:sldChg>
    </pc:docChg>
  </pc:docChgLst>
  <pc:docChgLst>
    <pc:chgData name="Nian Tan" userId="S::worc5461@ox.ac.uk::9eafe045-81d4-4366-9c30-940616319586" providerId="AD" clId="Web-{C674945B-B114-4AE6-621B-2274219EBD2D}"/>
    <pc:docChg chg="delSld">
      <pc:chgData name="Nian Tan" userId="S::worc5461@ox.ac.uk::9eafe045-81d4-4366-9c30-940616319586" providerId="AD" clId="Web-{C674945B-B114-4AE6-621B-2274219EBD2D}" dt="2025-10-06T10:55:10.988" v="3"/>
      <pc:docMkLst>
        <pc:docMk/>
      </pc:docMkLst>
    </pc:docChg>
  </pc:docChgLst>
  <pc:docChgLst>
    <pc:chgData name="Nian Tan" userId="S::worc5461@ox.ac.uk::9eafe045-81d4-4366-9c30-940616319586" providerId="AD" clId="Web-{C96B3C3B-B326-0E78-7A10-12AF480E2B9D}"/>
    <pc:docChg chg="modSld sldOrd">
      <pc:chgData name="Nian Tan" userId="S::worc5461@ox.ac.uk::9eafe045-81d4-4366-9c30-940616319586" providerId="AD" clId="Web-{C96B3C3B-B326-0E78-7A10-12AF480E2B9D}" dt="2025-09-17T05:43:41.171" v="57" actId="20577"/>
      <pc:docMkLst>
        <pc:docMk/>
      </pc:docMkLst>
      <pc:sldChg chg="ord">
        <pc:chgData name="Nian Tan" userId="S::worc5461@ox.ac.uk::9eafe045-81d4-4366-9c30-940616319586" providerId="AD" clId="Web-{C96B3C3B-B326-0E78-7A10-12AF480E2B9D}" dt="2025-09-17T04:13:22.578" v="49"/>
        <pc:sldMkLst>
          <pc:docMk/>
          <pc:sldMk cId="2698149028" sldId="349"/>
        </pc:sldMkLst>
      </pc:sldChg>
      <pc:sldChg chg="modNotes">
        <pc:chgData name="Nian Tan" userId="S::worc5461@ox.ac.uk::9eafe045-81d4-4366-9c30-940616319586" providerId="AD" clId="Web-{C96B3C3B-B326-0E78-7A10-12AF480E2B9D}" dt="2025-09-17T04:12:34.953" v="47"/>
        <pc:sldMkLst>
          <pc:docMk/>
          <pc:sldMk cId="2335115972" sldId="360"/>
        </pc:sldMkLst>
      </pc:sldChg>
      <pc:sldChg chg="modSp">
        <pc:chgData name="Nian Tan" userId="S::worc5461@ox.ac.uk::9eafe045-81d4-4366-9c30-940616319586" providerId="AD" clId="Web-{C96B3C3B-B326-0E78-7A10-12AF480E2B9D}" dt="2025-09-17T05:43:41.171" v="57" actId="20577"/>
        <pc:sldMkLst>
          <pc:docMk/>
          <pc:sldMk cId="2046162706" sldId="366"/>
        </pc:sldMkLst>
        <pc:spChg chg="mod">
          <ac:chgData name="Nian Tan" userId="S::worc5461@ox.ac.uk::9eafe045-81d4-4366-9c30-940616319586" providerId="AD" clId="Web-{C96B3C3B-B326-0E78-7A10-12AF480E2B9D}" dt="2025-09-17T05:43:41.171" v="57" actId="20577"/>
          <ac:spMkLst>
            <pc:docMk/>
            <pc:sldMk cId="2046162706" sldId="366"/>
            <ac:spMk id="2" creationId="{2AB9DE80-0114-F55A-6F5D-A84A9C56145F}"/>
          </ac:spMkLst>
        </pc:spChg>
      </pc:sldChg>
    </pc:docChg>
  </pc:docChgLst>
</pc:chgInfo>
</file>

<file path=ppt/diagrams/_rels/data7.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image" Target="../media/image24.svg"/><Relationship Id="rId16" Type="http://schemas.openxmlformats.org/officeDocument/2006/relationships/image" Target="../media/image38.svg"/><Relationship Id="rId1" Type="http://schemas.openxmlformats.org/officeDocument/2006/relationships/image" Target="../media/image23.png"/><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 Id="rId14" Type="http://schemas.openxmlformats.org/officeDocument/2006/relationships/image" Target="../media/image36.svg"/></Relationships>
</file>

<file path=ppt/diagrams/_rels/drawing7.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image" Target="../media/image24.svg"/><Relationship Id="rId16" Type="http://schemas.openxmlformats.org/officeDocument/2006/relationships/image" Target="../media/image38.svg"/><Relationship Id="rId1" Type="http://schemas.openxmlformats.org/officeDocument/2006/relationships/image" Target="../media/image23.png"/><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 Id="rId14"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BE3937-81B4-7F43-8CD6-24B5DD01FF97}" type="doc">
      <dgm:prSet loTypeId="urn:microsoft.com/office/officeart/2005/8/layout/hierarchy4" loCatId="" qsTypeId="urn:microsoft.com/office/officeart/2005/8/quickstyle/simple1" qsCatId="simple" csTypeId="urn:microsoft.com/office/officeart/2005/8/colors/accent1_2" csCatId="accent1" phldr="1"/>
      <dgm:spPr/>
      <dgm:t>
        <a:bodyPr/>
        <a:lstStyle/>
        <a:p>
          <a:endParaRPr lang="en-GB"/>
        </a:p>
      </dgm:t>
    </dgm:pt>
    <dgm:pt modelId="{D511012A-6A3B-CA48-A471-AD7C71ADF263}">
      <dgm:prSet phldrT="[Text]"/>
      <dgm:spPr>
        <a:solidFill>
          <a:srgbClr val="0070C0"/>
        </a:solidFill>
      </dgm:spPr>
      <dgm:t>
        <a:bodyPr/>
        <a:lstStyle/>
        <a:p>
          <a:r>
            <a:rPr lang="en-GB" b="0" dirty="0"/>
            <a:t>Globally unique and persistent </a:t>
          </a:r>
          <a:r>
            <a:rPr lang="en-GB" b="1" dirty="0"/>
            <a:t>identifiers</a:t>
          </a:r>
        </a:p>
        <a:p>
          <a:endParaRPr lang="en-GB" b="0" dirty="0"/>
        </a:p>
        <a:p>
          <a:r>
            <a:rPr lang="en-GB" i="1" dirty="0"/>
            <a:t>To search and retrieve data</a:t>
          </a:r>
          <a:endParaRPr lang="en-GB" dirty="0"/>
        </a:p>
      </dgm:t>
    </dgm:pt>
    <dgm:pt modelId="{43AAF7C4-A927-1846-8987-0308DC804850}" type="sibTrans" cxnId="{4CDE0666-A982-5441-A4AF-2C415F6E8D93}">
      <dgm:prSet/>
      <dgm:spPr/>
      <dgm:t>
        <a:bodyPr/>
        <a:lstStyle/>
        <a:p>
          <a:endParaRPr lang="en-GB"/>
        </a:p>
      </dgm:t>
    </dgm:pt>
    <dgm:pt modelId="{1FDFB071-635D-234F-A4DF-3DA5BD8D1DFF}" type="parTrans" cxnId="{4CDE0666-A982-5441-A4AF-2C415F6E8D93}">
      <dgm:prSet/>
      <dgm:spPr/>
      <dgm:t>
        <a:bodyPr/>
        <a:lstStyle/>
        <a:p>
          <a:endParaRPr lang="en-GB"/>
        </a:p>
      </dgm:t>
    </dgm:pt>
    <dgm:pt modelId="{7D139B50-8795-2845-8F8C-50B2BD76E69D}">
      <dgm:prSet/>
      <dgm:spPr>
        <a:solidFill>
          <a:schemeClr val="accent1">
            <a:hueOff val="0"/>
            <a:satOff val="0"/>
            <a:lumOff val="0"/>
            <a:alpha val="0"/>
          </a:schemeClr>
        </a:solidFill>
      </dgm:spPr>
      <dgm:t>
        <a:bodyPr/>
        <a:lstStyle/>
        <a:p>
          <a:endParaRPr lang="en-GB"/>
        </a:p>
      </dgm:t>
    </dgm:pt>
    <dgm:pt modelId="{C5B8431B-4371-D24E-A0C0-C86032AB8131}" type="parTrans" cxnId="{2BFCA10C-B2A8-8449-A7E1-F79A9DA1EB81}">
      <dgm:prSet/>
      <dgm:spPr/>
      <dgm:t>
        <a:bodyPr/>
        <a:lstStyle/>
        <a:p>
          <a:endParaRPr lang="en-GB"/>
        </a:p>
      </dgm:t>
    </dgm:pt>
    <dgm:pt modelId="{67E49309-23D0-534B-AD95-515DF2C4EDE4}" type="sibTrans" cxnId="{2BFCA10C-B2A8-8449-A7E1-F79A9DA1EB81}">
      <dgm:prSet/>
      <dgm:spPr/>
      <dgm:t>
        <a:bodyPr/>
        <a:lstStyle/>
        <a:p>
          <a:endParaRPr lang="en-GB"/>
        </a:p>
      </dgm:t>
    </dgm:pt>
    <dgm:pt modelId="{36DDBD2B-11A4-4549-A13F-4DC59B238901}">
      <dgm:prSet/>
      <dgm:spPr>
        <a:solidFill>
          <a:srgbClr val="0070C0"/>
        </a:solidFill>
      </dgm:spPr>
      <dgm:t>
        <a:bodyPr/>
        <a:lstStyle/>
        <a:p>
          <a:r>
            <a:rPr lang="en-GB" dirty="0"/>
            <a:t>Terms of</a:t>
          </a:r>
          <a:r>
            <a:rPr lang="en-GB" b="0" dirty="0"/>
            <a:t> </a:t>
          </a:r>
          <a:r>
            <a:rPr lang="en-GB" b="1" dirty="0"/>
            <a:t>access</a:t>
          </a:r>
          <a:r>
            <a:rPr lang="en-GB" b="0" dirty="0"/>
            <a:t> </a:t>
          </a:r>
          <a:r>
            <a:rPr lang="en-GB" dirty="0"/>
            <a:t>being maximally open but as restricted as required</a:t>
          </a:r>
        </a:p>
        <a:p>
          <a:endParaRPr lang="en-GB" dirty="0"/>
        </a:p>
        <a:p>
          <a:r>
            <a:rPr lang="en-GB" i="1" dirty="0"/>
            <a:t>To understand how to access data</a:t>
          </a:r>
        </a:p>
      </dgm:t>
    </dgm:pt>
    <dgm:pt modelId="{BCE8B141-60B2-C540-B1B6-DA4B7BCCA9A7}" type="parTrans" cxnId="{553DC0BA-A9D5-2745-8BB4-624AD6C0B433}">
      <dgm:prSet/>
      <dgm:spPr/>
      <dgm:t>
        <a:bodyPr/>
        <a:lstStyle/>
        <a:p>
          <a:endParaRPr lang="en-GB"/>
        </a:p>
      </dgm:t>
    </dgm:pt>
    <dgm:pt modelId="{00975FD1-F117-E247-9C10-05BA327B199A}" type="sibTrans" cxnId="{553DC0BA-A9D5-2745-8BB4-624AD6C0B433}">
      <dgm:prSet/>
      <dgm:spPr/>
      <dgm:t>
        <a:bodyPr/>
        <a:lstStyle/>
        <a:p>
          <a:endParaRPr lang="en-GB"/>
        </a:p>
      </dgm:t>
    </dgm:pt>
    <dgm:pt modelId="{19C95C4A-9067-C44F-A9C4-426484E0F938}">
      <dgm:prSet/>
      <dgm:spPr>
        <a:solidFill>
          <a:srgbClr val="0070C0"/>
        </a:solidFill>
      </dgm:spPr>
      <dgm:t>
        <a:bodyPr/>
        <a:lstStyle/>
        <a:p>
          <a:r>
            <a:rPr lang="en-GB" dirty="0"/>
            <a:t>Standardised </a:t>
          </a:r>
          <a:r>
            <a:rPr lang="en-GB" b="1" dirty="0"/>
            <a:t>terminologies</a:t>
          </a:r>
        </a:p>
        <a:p>
          <a:endParaRPr lang="en-GB" dirty="0"/>
        </a:p>
        <a:p>
          <a:r>
            <a:rPr lang="en-GB" i="1" dirty="0"/>
            <a:t>To assign the same meaning to the same term</a:t>
          </a:r>
        </a:p>
      </dgm:t>
    </dgm:pt>
    <dgm:pt modelId="{618C06F0-8EAA-7F46-BECC-EA5CEEBEE511}" type="parTrans" cxnId="{1004C035-13CE-514F-B17F-58DD17E1A591}">
      <dgm:prSet/>
      <dgm:spPr/>
      <dgm:t>
        <a:bodyPr/>
        <a:lstStyle/>
        <a:p>
          <a:endParaRPr lang="en-GB"/>
        </a:p>
      </dgm:t>
    </dgm:pt>
    <dgm:pt modelId="{26E69194-700C-D847-B07E-0A5AE1E70FA4}" type="sibTrans" cxnId="{1004C035-13CE-514F-B17F-58DD17E1A591}">
      <dgm:prSet/>
      <dgm:spPr/>
      <dgm:t>
        <a:bodyPr/>
        <a:lstStyle/>
        <a:p>
          <a:endParaRPr lang="en-GB"/>
        </a:p>
      </dgm:t>
    </dgm:pt>
    <dgm:pt modelId="{AA26BBB0-3F58-C94C-A3AD-CF74F7CFAB62}">
      <dgm:prSet/>
      <dgm:spPr>
        <a:solidFill>
          <a:srgbClr val="0070C0"/>
        </a:solidFill>
      </dgm:spPr>
      <dgm:t>
        <a:bodyPr/>
        <a:lstStyle/>
        <a:p>
          <a:r>
            <a:rPr lang="en-GB" dirty="0"/>
            <a:t>Standardised </a:t>
          </a:r>
          <a:r>
            <a:rPr lang="en-GB" b="1" dirty="0"/>
            <a:t>metadata</a:t>
          </a:r>
        </a:p>
        <a:p>
          <a:endParaRPr lang="en-GB" dirty="0"/>
        </a:p>
        <a:p>
          <a:r>
            <a:rPr lang="en-GB" i="1" dirty="0"/>
            <a:t>To make data more discoverable and interpretable</a:t>
          </a:r>
        </a:p>
      </dgm:t>
    </dgm:pt>
    <dgm:pt modelId="{4EACF1FB-C4A8-974A-9E15-015CE16A6DB1}" type="parTrans" cxnId="{576895F8-0099-0B47-9909-4141FA4BEF3F}">
      <dgm:prSet/>
      <dgm:spPr/>
      <dgm:t>
        <a:bodyPr/>
        <a:lstStyle/>
        <a:p>
          <a:endParaRPr lang="en-GB"/>
        </a:p>
      </dgm:t>
    </dgm:pt>
    <dgm:pt modelId="{F3698B62-A447-4C43-8A10-9824671341BD}" type="sibTrans" cxnId="{576895F8-0099-0B47-9909-4141FA4BEF3F}">
      <dgm:prSet/>
      <dgm:spPr/>
      <dgm:t>
        <a:bodyPr/>
        <a:lstStyle/>
        <a:p>
          <a:endParaRPr lang="en-GB"/>
        </a:p>
      </dgm:t>
    </dgm:pt>
    <dgm:pt modelId="{6C8EC6AE-5F23-5945-9ED5-F5A5064C647D}">
      <dgm:prSet/>
      <dgm:spPr>
        <a:solidFill>
          <a:srgbClr val="0070C0"/>
        </a:solidFill>
      </dgm:spPr>
      <dgm:t>
        <a:bodyPr/>
        <a:lstStyle/>
        <a:p>
          <a:r>
            <a:rPr lang="en-GB" dirty="0"/>
            <a:t>Terms of use and </a:t>
          </a:r>
          <a:r>
            <a:rPr lang="en-GB" b="1" dirty="0"/>
            <a:t>licenses</a:t>
          </a:r>
        </a:p>
        <a:p>
          <a:endParaRPr lang="en-GB" dirty="0"/>
        </a:p>
        <a:p>
          <a:r>
            <a:rPr lang="en-GB" dirty="0"/>
            <a:t>To encourage innovation and reuse, giving credit as needed</a:t>
          </a:r>
        </a:p>
      </dgm:t>
    </dgm:pt>
    <dgm:pt modelId="{01B92753-B578-794C-9EA5-74C158F30879}" type="parTrans" cxnId="{D0D60FE5-709B-D14B-80A6-A4E83D208BD1}">
      <dgm:prSet/>
      <dgm:spPr/>
      <dgm:t>
        <a:bodyPr/>
        <a:lstStyle/>
        <a:p>
          <a:endParaRPr lang="en-GB"/>
        </a:p>
      </dgm:t>
    </dgm:pt>
    <dgm:pt modelId="{B91AFDC9-CE24-434A-87D2-6CC987F90265}" type="sibTrans" cxnId="{D0D60FE5-709B-D14B-80A6-A4E83D208BD1}">
      <dgm:prSet/>
      <dgm:spPr/>
      <dgm:t>
        <a:bodyPr/>
        <a:lstStyle/>
        <a:p>
          <a:endParaRPr lang="en-GB"/>
        </a:p>
      </dgm:t>
    </dgm:pt>
    <dgm:pt modelId="{181265F3-C4AB-AA4C-B89F-E3DF7E273718}">
      <dgm:prSet phldrT="[Text]"/>
      <dgm:spPr>
        <a:solidFill>
          <a:srgbClr val="0070C0"/>
        </a:solidFill>
      </dgm:spPr>
      <dgm:t>
        <a:bodyPr/>
        <a:lstStyle/>
        <a:p>
          <a:r>
            <a:rPr lang="en-GB" dirty="0"/>
            <a:t>Comprehensive </a:t>
          </a:r>
          <a:r>
            <a:rPr lang="en-GB" b="1" dirty="0"/>
            <a:t>provenance</a:t>
          </a:r>
          <a:r>
            <a:rPr lang="en-GB" dirty="0"/>
            <a:t> and workflows</a:t>
          </a:r>
        </a:p>
        <a:p>
          <a:endParaRPr lang="en-GB" dirty="0"/>
        </a:p>
        <a:p>
          <a:r>
            <a:rPr lang="en-GB" i="1" dirty="0"/>
            <a:t>To contextualise data and enable its use in practical settings</a:t>
          </a:r>
        </a:p>
      </dgm:t>
    </dgm:pt>
    <dgm:pt modelId="{EFA575D8-0A32-F946-9885-28C3B276A492}" type="parTrans" cxnId="{10EAF61A-46C9-4544-8B2B-CCC1914437F7}">
      <dgm:prSet/>
      <dgm:spPr/>
      <dgm:t>
        <a:bodyPr/>
        <a:lstStyle/>
        <a:p>
          <a:endParaRPr lang="en-GB"/>
        </a:p>
      </dgm:t>
    </dgm:pt>
    <dgm:pt modelId="{D3D26996-7CA4-024C-A527-304A87624D32}" type="sibTrans" cxnId="{10EAF61A-46C9-4544-8B2B-CCC1914437F7}">
      <dgm:prSet/>
      <dgm:spPr/>
      <dgm:t>
        <a:bodyPr/>
        <a:lstStyle/>
        <a:p>
          <a:endParaRPr lang="en-GB"/>
        </a:p>
      </dgm:t>
    </dgm:pt>
    <dgm:pt modelId="{B1782997-8DF0-7344-A077-135D092D1160}" type="pres">
      <dgm:prSet presAssocID="{A6BE3937-81B4-7F43-8CD6-24B5DD01FF97}" presName="Name0" presStyleCnt="0">
        <dgm:presLayoutVars>
          <dgm:chPref val="1"/>
          <dgm:dir/>
          <dgm:animOne val="branch"/>
          <dgm:animLvl val="lvl"/>
          <dgm:resizeHandles/>
        </dgm:presLayoutVars>
      </dgm:prSet>
      <dgm:spPr/>
    </dgm:pt>
    <dgm:pt modelId="{C7B4A3DE-B6E7-F848-8FE5-81B7536D9DB3}" type="pres">
      <dgm:prSet presAssocID="{7D139B50-8795-2845-8F8C-50B2BD76E69D}" presName="vertOne" presStyleCnt="0"/>
      <dgm:spPr/>
    </dgm:pt>
    <dgm:pt modelId="{352B7660-63D1-7943-8ED0-C50172C702C3}" type="pres">
      <dgm:prSet presAssocID="{7D139B50-8795-2845-8F8C-50B2BD76E69D}" presName="txOne" presStyleLbl="node0" presStyleIdx="0" presStyleCnt="1">
        <dgm:presLayoutVars>
          <dgm:chPref val="3"/>
        </dgm:presLayoutVars>
      </dgm:prSet>
      <dgm:spPr/>
    </dgm:pt>
    <dgm:pt modelId="{817EB804-DBEB-9D4A-95C6-7182301B7359}" type="pres">
      <dgm:prSet presAssocID="{7D139B50-8795-2845-8F8C-50B2BD76E69D}" presName="parTransOne" presStyleCnt="0"/>
      <dgm:spPr/>
    </dgm:pt>
    <dgm:pt modelId="{C2A0B6D0-99D4-0943-89B8-38BB709DF2DC}" type="pres">
      <dgm:prSet presAssocID="{7D139B50-8795-2845-8F8C-50B2BD76E69D}" presName="horzOne" presStyleCnt="0"/>
      <dgm:spPr/>
    </dgm:pt>
    <dgm:pt modelId="{D18AE146-02CB-DA46-A2F2-EB01424E32F5}" type="pres">
      <dgm:prSet presAssocID="{D511012A-6A3B-CA48-A471-AD7C71ADF263}" presName="vertTwo" presStyleCnt="0"/>
      <dgm:spPr/>
    </dgm:pt>
    <dgm:pt modelId="{B18278CE-90F2-1C4A-ADB3-4809ABDCF481}" type="pres">
      <dgm:prSet presAssocID="{D511012A-6A3B-CA48-A471-AD7C71ADF263}" presName="txTwo" presStyleLbl="node2" presStyleIdx="0" presStyleCnt="6">
        <dgm:presLayoutVars>
          <dgm:chPref val="3"/>
        </dgm:presLayoutVars>
      </dgm:prSet>
      <dgm:spPr/>
    </dgm:pt>
    <dgm:pt modelId="{03A6ABCC-A937-CD48-9A81-ADB3A3CC1632}" type="pres">
      <dgm:prSet presAssocID="{D511012A-6A3B-CA48-A471-AD7C71ADF263}" presName="horzTwo" presStyleCnt="0"/>
      <dgm:spPr/>
    </dgm:pt>
    <dgm:pt modelId="{30C1BC4B-582F-464D-9DB1-F2AF8CB90E43}" type="pres">
      <dgm:prSet presAssocID="{43AAF7C4-A927-1846-8987-0308DC804850}" presName="sibSpaceTwo" presStyleCnt="0"/>
      <dgm:spPr/>
    </dgm:pt>
    <dgm:pt modelId="{8776E98A-07C6-974E-8677-C1304264A6BD}" type="pres">
      <dgm:prSet presAssocID="{181265F3-C4AB-AA4C-B89F-E3DF7E273718}" presName="vertTwo" presStyleCnt="0"/>
      <dgm:spPr/>
    </dgm:pt>
    <dgm:pt modelId="{C5EF9FF8-4BAD-E240-9E5C-AA8627609423}" type="pres">
      <dgm:prSet presAssocID="{181265F3-C4AB-AA4C-B89F-E3DF7E273718}" presName="txTwo" presStyleLbl="node2" presStyleIdx="1" presStyleCnt="6">
        <dgm:presLayoutVars>
          <dgm:chPref val="3"/>
        </dgm:presLayoutVars>
      </dgm:prSet>
      <dgm:spPr/>
    </dgm:pt>
    <dgm:pt modelId="{068AA64F-A8C0-AC4C-BA36-E9B4C0F6D83E}" type="pres">
      <dgm:prSet presAssocID="{181265F3-C4AB-AA4C-B89F-E3DF7E273718}" presName="horzTwo" presStyleCnt="0"/>
      <dgm:spPr/>
    </dgm:pt>
    <dgm:pt modelId="{B460EC75-0065-4F44-B907-BA8C5E2C43FE}" type="pres">
      <dgm:prSet presAssocID="{D3D26996-7CA4-024C-A527-304A87624D32}" presName="sibSpaceTwo" presStyleCnt="0"/>
      <dgm:spPr/>
    </dgm:pt>
    <dgm:pt modelId="{087D41F8-EA71-6F4F-BC20-1519D1B0409F}" type="pres">
      <dgm:prSet presAssocID="{AA26BBB0-3F58-C94C-A3AD-CF74F7CFAB62}" presName="vertTwo" presStyleCnt="0"/>
      <dgm:spPr/>
    </dgm:pt>
    <dgm:pt modelId="{162B0C11-9661-B449-ACFF-812C9AC8DC66}" type="pres">
      <dgm:prSet presAssocID="{AA26BBB0-3F58-C94C-A3AD-CF74F7CFAB62}" presName="txTwo" presStyleLbl="node2" presStyleIdx="2" presStyleCnt="6" custLinFactNeighborX="-1004">
        <dgm:presLayoutVars>
          <dgm:chPref val="3"/>
        </dgm:presLayoutVars>
      </dgm:prSet>
      <dgm:spPr/>
    </dgm:pt>
    <dgm:pt modelId="{7648A38B-3D14-4642-B808-72FCF34D3418}" type="pres">
      <dgm:prSet presAssocID="{AA26BBB0-3F58-C94C-A3AD-CF74F7CFAB62}" presName="horzTwo" presStyleCnt="0"/>
      <dgm:spPr/>
    </dgm:pt>
    <dgm:pt modelId="{DF804FB1-6DCE-B341-B12A-AAF4481201A2}" type="pres">
      <dgm:prSet presAssocID="{F3698B62-A447-4C43-8A10-9824671341BD}" presName="sibSpaceTwo" presStyleCnt="0"/>
      <dgm:spPr/>
    </dgm:pt>
    <dgm:pt modelId="{74656815-9EDE-C449-AC1C-15FD3210C26D}" type="pres">
      <dgm:prSet presAssocID="{36DDBD2B-11A4-4549-A13F-4DC59B238901}" presName="vertTwo" presStyleCnt="0"/>
      <dgm:spPr/>
    </dgm:pt>
    <dgm:pt modelId="{56B008CF-AEA0-F246-A93A-CBD1DC1E3447}" type="pres">
      <dgm:prSet presAssocID="{36DDBD2B-11A4-4549-A13F-4DC59B238901}" presName="txTwo" presStyleLbl="node2" presStyleIdx="3" presStyleCnt="6">
        <dgm:presLayoutVars>
          <dgm:chPref val="3"/>
        </dgm:presLayoutVars>
      </dgm:prSet>
      <dgm:spPr/>
    </dgm:pt>
    <dgm:pt modelId="{3DFFEEA2-42DA-4346-A979-BCA6A12F2520}" type="pres">
      <dgm:prSet presAssocID="{36DDBD2B-11A4-4549-A13F-4DC59B238901}" presName="horzTwo" presStyleCnt="0"/>
      <dgm:spPr/>
    </dgm:pt>
    <dgm:pt modelId="{27D683C5-9A83-EB44-822F-D375C3DEF8F5}" type="pres">
      <dgm:prSet presAssocID="{00975FD1-F117-E247-9C10-05BA327B199A}" presName="sibSpaceTwo" presStyleCnt="0"/>
      <dgm:spPr/>
    </dgm:pt>
    <dgm:pt modelId="{F86A01BB-B447-DF42-A9BF-DC2320E1A72F}" type="pres">
      <dgm:prSet presAssocID="{19C95C4A-9067-C44F-A9C4-426484E0F938}" presName="vertTwo" presStyleCnt="0"/>
      <dgm:spPr/>
    </dgm:pt>
    <dgm:pt modelId="{4A89FDFE-1E1F-BE4A-A838-4761EA4B081D}" type="pres">
      <dgm:prSet presAssocID="{19C95C4A-9067-C44F-A9C4-426484E0F938}" presName="txTwo" presStyleLbl="node2" presStyleIdx="4" presStyleCnt="6">
        <dgm:presLayoutVars>
          <dgm:chPref val="3"/>
        </dgm:presLayoutVars>
      </dgm:prSet>
      <dgm:spPr/>
    </dgm:pt>
    <dgm:pt modelId="{7CDF5590-3057-0244-8935-08EAA00AE935}" type="pres">
      <dgm:prSet presAssocID="{19C95C4A-9067-C44F-A9C4-426484E0F938}" presName="horzTwo" presStyleCnt="0"/>
      <dgm:spPr/>
    </dgm:pt>
    <dgm:pt modelId="{1D9E62D0-301D-1141-B870-B067CF969753}" type="pres">
      <dgm:prSet presAssocID="{26E69194-700C-D847-B07E-0A5AE1E70FA4}" presName="sibSpaceTwo" presStyleCnt="0"/>
      <dgm:spPr/>
    </dgm:pt>
    <dgm:pt modelId="{D5F1EC5D-04DF-8341-96F5-CB3555B8F070}" type="pres">
      <dgm:prSet presAssocID="{6C8EC6AE-5F23-5945-9ED5-F5A5064C647D}" presName="vertTwo" presStyleCnt="0"/>
      <dgm:spPr/>
    </dgm:pt>
    <dgm:pt modelId="{640BC064-7657-404F-BF6D-E76E128D9EAF}" type="pres">
      <dgm:prSet presAssocID="{6C8EC6AE-5F23-5945-9ED5-F5A5064C647D}" presName="txTwo" presStyleLbl="node2" presStyleIdx="5" presStyleCnt="6">
        <dgm:presLayoutVars>
          <dgm:chPref val="3"/>
        </dgm:presLayoutVars>
      </dgm:prSet>
      <dgm:spPr/>
    </dgm:pt>
    <dgm:pt modelId="{F70BF1C2-ACF8-104F-AE79-B7A40BFF1FF8}" type="pres">
      <dgm:prSet presAssocID="{6C8EC6AE-5F23-5945-9ED5-F5A5064C647D}" presName="horzTwo" presStyleCnt="0"/>
      <dgm:spPr/>
    </dgm:pt>
  </dgm:ptLst>
  <dgm:cxnLst>
    <dgm:cxn modelId="{2BFCA10C-B2A8-8449-A7E1-F79A9DA1EB81}" srcId="{A6BE3937-81B4-7F43-8CD6-24B5DD01FF97}" destId="{7D139B50-8795-2845-8F8C-50B2BD76E69D}" srcOrd="0" destOrd="0" parTransId="{C5B8431B-4371-D24E-A0C0-C86032AB8131}" sibTransId="{67E49309-23D0-534B-AD95-515DF2C4EDE4}"/>
    <dgm:cxn modelId="{9DF4020D-FF4C-9D4F-B6CC-E693ECDE5DC5}" type="presOf" srcId="{36DDBD2B-11A4-4549-A13F-4DC59B238901}" destId="{56B008CF-AEA0-F246-A93A-CBD1DC1E3447}" srcOrd="0" destOrd="0" presId="urn:microsoft.com/office/officeart/2005/8/layout/hierarchy4"/>
    <dgm:cxn modelId="{CCEEE914-923E-4B48-A49A-7EB7DEB7A037}" type="presOf" srcId="{181265F3-C4AB-AA4C-B89F-E3DF7E273718}" destId="{C5EF9FF8-4BAD-E240-9E5C-AA8627609423}" srcOrd="0" destOrd="0" presId="urn:microsoft.com/office/officeart/2005/8/layout/hierarchy4"/>
    <dgm:cxn modelId="{10EAF61A-46C9-4544-8B2B-CCC1914437F7}" srcId="{7D139B50-8795-2845-8F8C-50B2BD76E69D}" destId="{181265F3-C4AB-AA4C-B89F-E3DF7E273718}" srcOrd="1" destOrd="0" parTransId="{EFA575D8-0A32-F946-9885-28C3B276A492}" sibTransId="{D3D26996-7CA4-024C-A527-304A87624D32}"/>
    <dgm:cxn modelId="{D298C82B-1977-D94A-B7EF-1FE43C057BD3}" type="presOf" srcId="{A6BE3937-81B4-7F43-8CD6-24B5DD01FF97}" destId="{B1782997-8DF0-7344-A077-135D092D1160}" srcOrd="0" destOrd="0" presId="urn:microsoft.com/office/officeart/2005/8/layout/hierarchy4"/>
    <dgm:cxn modelId="{261A9034-8E23-5747-82AD-48C626E725B6}" type="presOf" srcId="{6C8EC6AE-5F23-5945-9ED5-F5A5064C647D}" destId="{640BC064-7657-404F-BF6D-E76E128D9EAF}" srcOrd="0" destOrd="0" presId="urn:microsoft.com/office/officeart/2005/8/layout/hierarchy4"/>
    <dgm:cxn modelId="{1004C035-13CE-514F-B17F-58DD17E1A591}" srcId="{7D139B50-8795-2845-8F8C-50B2BD76E69D}" destId="{19C95C4A-9067-C44F-A9C4-426484E0F938}" srcOrd="4" destOrd="0" parTransId="{618C06F0-8EAA-7F46-BECC-EA5CEEBEE511}" sibTransId="{26E69194-700C-D847-B07E-0A5AE1E70FA4}"/>
    <dgm:cxn modelId="{FA20C436-DCE4-9945-BF20-48BB0CF1D00C}" type="presOf" srcId="{D511012A-6A3B-CA48-A471-AD7C71ADF263}" destId="{B18278CE-90F2-1C4A-ADB3-4809ABDCF481}" srcOrd="0" destOrd="0" presId="urn:microsoft.com/office/officeart/2005/8/layout/hierarchy4"/>
    <dgm:cxn modelId="{4CDE0666-A982-5441-A4AF-2C415F6E8D93}" srcId="{7D139B50-8795-2845-8F8C-50B2BD76E69D}" destId="{D511012A-6A3B-CA48-A471-AD7C71ADF263}" srcOrd="0" destOrd="0" parTransId="{1FDFB071-635D-234F-A4DF-3DA5BD8D1DFF}" sibTransId="{43AAF7C4-A927-1846-8987-0308DC804850}"/>
    <dgm:cxn modelId="{3598E38E-B6BB-B349-A5F6-C4B666893C80}" type="presOf" srcId="{7D139B50-8795-2845-8F8C-50B2BD76E69D}" destId="{352B7660-63D1-7943-8ED0-C50172C702C3}" srcOrd="0" destOrd="0" presId="urn:microsoft.com/office/officeart/2005/8/layout/hierarchy4"/>
    <dgm:cxn modelId="{84B166A4-2C46-8D46-B676-BA7CFF411C21}" type="presOf" srcId="{AA26BBB0-3F58-C94C-A3AD-CF74F7CFAB62}" destId="{162B0C11-9661-B449-ACFF-812C9AC8DC66}" srcOrd="0" destOrd="0" presId="urn:microsoft.com/office/officeart/2005/8/layout/hierarchy4"/>
    <dgm:cxn modelId="{553DC0BA-A9D5-2745-8BB4-624AD6C0B433}" srcId="{7D139B50-8795-2845-8F8C-50B2BD76E69D}" destId="{36DDBD2B-11A4-4549-A13F-4DC59B238901}" srcOrd="3" destOrd="0" parTransId="{BCE8B141-60B2-C540-B1B6-DA4B7BCCA9A7}" sibTransId="{00975FD1-F117-E247-9C10-05BA327B199A}"/>
    <dgm:cxn modelId="{D0D60FE5-709B-D14B-80A6-A4E83D208BD1}" srcId="{7D139B50-8795-2845-8F8C-50B2BD76E69D}" destId="{6C8EC6AE-5F23-5945-9ED5-F5A5064C647D}" srcOrd="5" destOrd="0" parTransId="{01B92753-B578-794C-9EA5-74C158F30879}" sibTransId="{B91AFDC9-CE24-434A-87D2-6CC987F90265}"/>
    <dgm:cxn modelId="{6B1EE8E7-D3ED-2E44-B506-0A4A415DF94C}" type="presOf" srcId="{19C95C4A-9067-C44F-A9C4-426484E0F938}" destId="{4A89FDFE-1E1F-BE4A-A838-4761EA4B081D}" srcOrd="0" destOrd="0" presId="urn:microsoft.com/office/officeart/2005/8/layout/hierarchy4"/>
    <dgm:cxn modelId="{576895F8-0099-0B47-9909-4141FA4BEF3F}" srcId="{7D139B50-8795-2845-8F8C-50B2BD76E69D}" destId="{AA26BBB0-3F58-C94C-A3AD-CF74F7CFAB62}" srcOrd="2" destOrd="0" parTransId="{4EACF1FB-C4A8-974A-9E15-015CE16A6DB1}" sibTransId="{F3698B62-A447-4C43-8A10-9824671341BD}"/>
    <dgm:cxn modelId="{B5958DBC-8FFA-E244-BEB4-B09E4DCDBB2D}" type="presParOf" srcId="{B1782997-8DF0-7344-A077-135D092D1160}" destId="{C7B4A3DE-B6E7-F848-8FE5-81B7536D9DB3}" srcOrd="0" destOrd="0" presId="urn:microsoft.com/office/officeart/2005/8/layout/hierarchy4"/>
    <dgm:cxn modelId="{5388C775-3CB0-D140-AD94-40637A2CFC64}" type="presParOf" srcId="{C7B4A3DE-B6E7-F848-8FE5-81B7536D9DB3}" destId="{352B7660-63D1-7943-8ED0-C50172C702C3}" srcOrd="0" destOrd="0" presId="urn:microsoft.com/office/officeart/2005/8/layout/hierarchy4"/>
    <dgm:cxn modelId="{041B5C7C-6349-0944-82F3-6DCAC1825EA5}" type="presParOf" srcId="{C7B4A3DE-B6E7-F848-8FE5-81B7536D9DB3}" destId="{817EB804-DBEB-9D4A-95C6-7182301B7359}" srcOrd="1" destOrd="0" presId="urn:microsoft.com/office/officeart/2005/8/layout/hierarchy4"/>
    <dgm:cxn modelId="{C817B8DA-60B8-3E44-A4EF-9799FC229A15}" type="presParOf" srcId="{C7B4A3DE-B6E7-F848-8FE5-81B7536D9DB3}" destId="{C2A0B6D0-99D4-0943-89B8-38BB709DF2DC}" srcOrd="2" destOrd="0" presId="urn:microsoft.com/office/officeart/2005/8/layout/hierarchy4"/>
    <dgm:cxn modelId="{98865C4E-3B71-0F42-A8B9-EED19CAEEA46}" type="presParOf" srcId="{C2A0B6D0-99D4-0943-89B8-38BB709DF2DC}" destId="{D18AE146-02CB-DA46-A2F2-EB01424E32F5}" srcOrd="0" destOrd="0" presId="urn:microsoft.com/office/officeart/2005/8/layout/hierarchy4"/>
    <dgm:cxn modelId="{24796C4A-6252-8544-926A-7BE5095F8128}" type="presParOf" srcId="{D18AE146-02CB-DA46-A2F2-EB01424E32F5}" destId="{B18278CE-90F2-1C4A-ADB3-4809ABDCF481}" srcOrd="0" destOrd="0" presId="urn:microsoft.com/office/officeart/2005/8/layout/hierarchy4"/>
    <dgm:cxn modelId="{E5FB8473-8F40-AC44-A705-8758D27AA33A}" type="presParOf" srcId="{D18AE146-02CB-DA46-A2F2-EB01424E32F5}" destId="{03A6ABCC-A937-CD48-9A81-ADB3A3CC1632}" srcOrd="1" destOrd="0" presId="urn:microsoft.com/office/officeart/2005/8/layout/hierarchy4"/>
    <dgm:cxn modelId="{27A6F5DA-D03C-0849-A63A-577B711BA362}" type="presParOf" srcId="{C2A0B6D0-99D4-0943-89B8-38BB709DF2DC}" destId="{30C1BC4B-582F-464D-9DB1-F2AF8CB90E43}" srcOrd="1" destOrd="0" presId="urn:microsoft.com/office/officeart/2005/8/layout/hierarchy4"/>
    <dgm:cxn modelId="{184CADC0-4E3F-AF47-A10A-8E4A02D43F9F}" type="presParOf" srcId="{C2A0B6D0-99D4-0943-89B8-38BB709DF2DC}" destId="{8776E98A-07C6-974E-8677-C1304264A6BD}" srcOrd="2" destOrd="0" presId="urn:microsoft.com/office/officeart/2005/8/layout/hierarchy4"/>
    <dgm:cxn modelId="{3075E415-4C60-A645-9477-BE535C82500F}" type="presParOf" srcId="{8776E98A-07C6-974E-8677-C1304264A6BD}" destId="{C5EF9FF8-4BAD-E240-9E5C-AA8627609423}" srcOrd="0" destOrd="0" presId="urn:microsoft.com/office/officeart/2005/8/layout/hierarchy4"/>
    <dgm:cxn modelId="{2ECCF8A3-FAF9-CC45-B81F-F69A4339AA4A}" type="presParOf" srcId="{8776E98A-07C6-974E-8677-C1304264A6BD}" destId="{068AA64F-A8C0-AC4C-BA36-E9B4C0F6D83E}" srcOrd="1" destOrd="0" presId="urn:microsoft.com/office/officeart/2005/8/layout/hierarchy4"/>
    <dgm:cxn modelId="{8E4D0B92-B76F-ED4C-80A1-15F614D44313}" type="presParOf" srcId="{C2A0B6D0-99D4-0943-89B8-38BB709DF2DC}" destId="{B460EC75-0065-4F44-B907-BA8C5E2C43FE}" srcOrd="3" destOrd="0" presId="urn:microsoft.com/office/officeart/2005/8/layout/hierarchy4"/>
    <dgm:cxn modelId="{B0A20A1A-4D92-7941-8198-36EA8E9786B6}" type="presParOf" srcId="{C2A0B6D0-99D4-0943-89B8-38BB709DF2DC}" destId="{087D41F8-EA71-6F4F-BC20-1519D1B0409F}" srcOrd="4" destOrd="0" presId="urn:microsoft.com/office/officeart/2005/8/layout/hierarchy4"/>
    <dgm:cxn modelId="{E223FCA3-B5FC-6F41-A95D-AA7349CE58E5}" type="presParOf" srcId="{087D41F8-EA71-6F4F-BC20-1519D1B0409F}" destId="{162B0C11-9661-B449-ACFF-812C9AC8DC66}" srcOrd="0" destOrd="0" presId="urn:microsoft.com/office/officeart/2005/8/layout/hierarchy4"/>
    <dgm:cxn modelId="{57A67F54-BFA1-8541-BBA7-B428E6FC9B6B}" type="presParOf" srcId="{087D41F8-EA71-6F4F-BC20-1519D1B0409F}" destId="{7648A38B-3D14-4642-B808-72FCF34D3418}" srcOrd="1" destOrd="0" presId="urn:microsoft.com/office/officeart/2005/8/layout/hierarchy4"/>
    <dgm:cxn modelId="{3E806A74-4343-714E-9825-7C7012DA822D}" type="presParOf" srcId="{C2A0B6D0-99D4-0943-89B8-38BB709DF2DC}" destId="{DF804FB1-6DCE-B341-B12A-AAF4481201A2}" srcOrd="5" destOrd="0" presId="urn:microsoft.com/office/officeart/2005/8/layout/hierarchy4"/>
    <dgm:cxn modelId="{2B26B08B-3E8F-9A44-8CA1-7786A4136A90}" type="presParOf" srcId="{C2A0B6D0-99D4-0943-89B8-38BB709DF2DC}" destId="{74656815-9EDE-C449-AC1C-15FD3210C26D}" srcOrd="6" destOrd="0" presId="urn:microsoft.com/office/officeart/2005/8/layout/hierarchy4"/>
    <dgm:cxn modelId="{CE48C4C5-02F9-6C49-912D-BDF39C590B91}" type="presParOf" srcId="{74656815-9EDE-C449-AC1C-15FD3210C26D}" destId="{56B008CF-AEA0-F246-A93A-CBD1DC1E3447}" srcOrd="0" destOrd="0" presId="urn:microsoft.com/office/officeart/2005/8/layout/hierarchy4"/>
    <dgm:cxn modelId="{4190600B-F45A-B242-B69A-C3051212F134}" type="presParOf" srcId="{74656815-9EDE-C449-AC1C-15FD3210C26D}" destId="{3DFFEEA2-42DA-4346-A979-BCA6A12F2520}" srcOrd="1" destOrd="0" presId="urn:microsoft.com/office/officeart/2005/8/layout/hierarchy4"/>
    <dgm:cxn modelId="{1FD0A09A-7EA4-484D-8D31-9B5FC1E83080}" type="presParOf" srcId="{C2A0B6D0-99D4-0943-89B8-38BB709DF2DC}" destId="{27D683C5-9A83-EB44-822F-D375C3DEF8F5}" srcOrd="7" destOrd="0" presId="urn:microsoft.com/office/officeart/2005/8/layout/hierarchy4"/>
    <dgm:cxn modelId="{F548F226-3068-B740-8504-C46525996CA3}" type="presParOf" srcId="{C2A0B6D0-99D4-0943-89B8-38BB709DF2DC}" destId="{F86A01BB-B447-DF42-A9BF-DC2320E1A72F}" srcOrd="8" destOrd="0" presId="urn:microsoft.com/office/officeart/2005/8/layout/hierarchy4"/>
    <dgm:cxn modelId="{655C0B3B-C8AF-F44C-BEF4-8D66982F86DE}" type="presParOf" srcId="{F86A01BB-B447-DF42-A9BF-DC2320E1A72F}" destId="{4A89FDFE-1E1F-BE4A-A838-4761EA4B081D}" srcOrd="0" destOrd="0" presId="urn:microsoft.com/office/officeart/2005/8/layout/hierarchy4"/>
    <dgm:cxn modelId="{3237B3D8-69F5-A643-B34E-77178A55E944}" type="presParOf" srcId="{F86A01BB-B447-DF42-A9BF-DC2320E1A72F}" destId="{7CDF5590-3057-0244-8935-08EAA00AE935}" srcOrd="1" destOrd="0" presId="urn:microsoft.com/office/officeart/2005/8/layout/hierarchy4"/>
    <dgm:cxn modelId="{C961B909-B5E1-3242-B54D-6162D366FBBC}" type="presParOf" srcId="{C2A0B6D0-99D4-0943-89B8-38BB709DF2DC}" destId="{1D9E62D0-301D-1141-B870-B067CF969753}" srcOrd="9" destOrd="0" presId="urn:microsoft.com/office/officeart/2005/8/layout/hierarchy4"/>
    <dgm:cxn modelId="{2C6ABCDA-EE3C-1E4E-9FB9-38D56878B808}" type="presParOf" srcId="{C2A0B6D0-99D4-0943-89B8-38BB709DF2DC}" destId="{D5F1EC5D-04DF-8341-96F5-CB3555B8F070}" srcOrd="10" destOrd="0" presId="urn:microsoft.com/office/officeart/2005/8/layout/hierarchy4"/>
    <dgm:cxn modelId="{870A95FE-5630-F144-B23D-F56F4C57F081}" type="presParOf" srcId="{D5F1EC5D-04DF-8341-96F5-CB3555B8F070}" destId="{640BC064-7657-404F-BF6D-E76E128D9EAF}" srcOrd="0" destOrd="0" presId="urn:microsoft.com/office/officeart/2005/8/layout/hierarchy4"/>
    <dgm:cxn modelId="{7DB8F50D-4323-1F47-A3F9-5504E4FC667B}" type="presParOf" srcId="{D5F1EC5D-04DF-8341-96F5-CB3555B8F070}" destId="{F70BF1C2-ACF8-104F-AE79-B7A40BFF1FF8}" srcOrd="1" destOrd="0" presId="urn:microsoft.com/office/officeart/2005/8/layout/hierarchy4"/>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3337DD-EED8-D94C-9BF3-03D6D05F9354}" type="doc">
      <dgm:prSet loTypeId="urn:microsoft.com/office/officeart/2005/8/layout/process1" loCatId="" qsTypeId="urn:microsoft.com/office/officeart/2005/8/quickstyle/simple1" qsCatId="simple" csTypeId="urn:microsoft.com/office/officeart/2005/8/colors/accent1_2" csCatId="accent1" phldr="1"/>
      <dgm:spPr/>
    </dgm:pt>
    <dgm:pt modelId="{7331B7A2-3B97-FA48-95C8-C858E2FD008A}">
      <dgm:prSet phldrT="[Text]"/>
      <dgm:spPr/>
      <dgm:t>
        <a:bodyPr/>
        <a:lstStyle/>
        <a:p>
          <a:r>
            <a:rPr lang="en-GB" dirty="0"/>
            <a:t>1. PaNET</a:t>
          </a:r>
        </a:p>
      </dgm:t>
    </dgm:pt>
    <dgm:pt modelId="{35C62F3E-5530-B242-9707-0109D8162CA0}" type="parTrans" cxnId="{D40F7C97-D9CC-514C-8E3E-1B287D143C0C}">
      <dgm:prSet/>
      <dgm:spPr/>
      <dgm:t>
        <a:bodyPr/>
        <a:lstStyle/>
        <a:p>
          <a:endParaRPr lang="en-GB"/>
        </a:p>
      </dgm:t>
    </dgm:pt>
    <dgm:pt modelId="{D22E44E1-5AF3-BC47-8942-1C7F61603096}" type="sibTrans" cxnId="{D40F7C97-D9CC-514C-8E3E-1B287D143C0C}">
      <dgm:prSet/>
      <dgm:spPr/>
      <dgm:t>
        <a:bodyPr/>
        <a:lstStyle/>
        <a:p>
          <a:endParaRPr lang="en-GB"/>
        </a:p>
      </dgm:t>
    </dgm:pt>
    <dgm:pt modelId="{89DB7143-70A1-D74F-A42A-FD04047220E5}">
      <dgm:prSet phldrT="[Text]"/>
      <dgm:spPr/>
      <dgm:t>
        <a:bodyPr/>
        <a:lstStyle/>
        <a:p>
          <a:r>
            <a:rPr lang="en-GB" dirty="0"/>
            <a:t>2. Topic classification</a:t>
          </a:r>
        </a:p>
      </dgm:t>
    </dgm:pt>
    <dgm:pt modelId="{7F618AF4-9B18-C548-955E-9AAC243EDE09}" type="parTrans" cxnId="{81398A2C-5D1A-9E4D-802B-4C9C4B7442E9}">
      <dgm:prSet/>
      <dgm:spPr/>
      <dgm:t>
        <a:bodyPr/>
        <a:lstStyle/>
        <a:p>
          <a:endParaRPr lang="en-GB"/>
        </a:p>
      </dgm:t>
    </dgm:pt>
    <dgm:pt modelId="{F4C396DC-5B8A-B448-946A-E6779715AB9D}" type="sibTrans" cxnId="{81398A2C-5D1A-9E4D-802B-4C9C4B7442E9}">
      <dgm:prSet/>
      <dgm:spPr/>
      <dgm:t>
        <a:bodyPr/>
        <a:lstStyle/>
        <a:p>
          <a:endParaRPr lang="en-GB"/>
        </a:p>
      </dgm:t>
    </dgm:pt>
    <dgm:pt modelId="{7E7159CA-11F3-F84E-9DA3-DCBA74910C0B}">
      <dgm:prSet phldrT="[Text]"/>
      <dgm:spPr/>
      <dgm:t>
        <a:bodyPr/>
        <a:lstStyle/>
        <a:p>
          <a:r>
            <a:rPr lang="en-GB" dirty="0"/>
            <a:t>3. Proposal matching system</a:t>
          </a:r>
        </a:p>
      </dgm:t>
    </dgm:pt>
    <dgm:pt modelId="{1751F3D4-ACF9-5B42-9384-57F4DCB4EF37}" type="parTrans" cxnId="{0789DFD0-EC69-C146-BD56-0C1B126C4D7A}">
      <dgm:prSet/>
      <dgm:spPr/>
      <dgm:t>
        <a:bodyPr/>
        <a:lstStyle/>
        <a:p>
          <a:endParaRPr lang="en-GB"/>
        </a:p>
      </dgm:t>
    </dgm:pt>
    <dgm:pt modelId="{CEBBDE97-04BA-194E-932A-F0C40E62EB20}" type="sibTrans" cxnId="{0789DFD0-EC69-C146-BD56-0C1B126C4D7A}">
      <dgm:prSet/>
      <dgm:spPr/>
      <dgm:t>
        <a:bodyPr/>
        <a:lstStyle/>
        <a:p>
          <a:endParaRPr lang="en-GB"/>
        </a:p>
      </dgm:t>
    </dgm:pt>
    <dgm:pt modelId="{0C9BF9EB-483B-2343-9997-48C40AFD43DF}">
      <dgm:prSet/>
      <dgm:spPr/>
      <dgm:t>
        <a:bodyPr/>
        <a:lstStyle/>
        <a:p>
          <a:r>
            <a:rPr lang="en-GB" dirty="0"/>
            <a:t>4. 'AI-ready' data</a:t>
          </a:r>
        </a:p>
      </dgm:t>
    </dgm:pt>
    <dgm:pt modelId="{BF862BF6-89FD-A340-840E-9D9FB52289AA}" type="parTrans" cxnId="{34B655ED-6309-BF43-A158-BDA578F13F12}">
      <dgm:prSet/>
      <dgm:spPr/>
      <dgm:t>
        <a:bodyPr/>
        <a:lstStyle/>
        <a:p>
          <a:endParaRPr lang="en-GB"/>
        </a:p>
      </dgm:t>
    </dgm:pt>
    <dgm:pt modelId="{D685558C-F18D-DD43-A427-705059B0CD12}" type="sibTrans" cxnId="{34B655ED-6309-BF43-A158-BDA578F13F12}">
      <dgm:prSet/>
      <dgm:spPr/>
      <dgm:t>
        <a:bodyPr/>
        <a:lstStyle/>
        <a:p>
          <a:endParaRPr lang="en-GB"/>
        </a:p>
      </dgm:t>
    </dgm:pt>
    <dgm:pt modelId="{096AF798-E1FC-4042-A3AE-660AD450D9B3}" type="pres">
      <dgm:prSet presAssocID="{B13337DD-EED8-D94C-9BF3-03D6D05F9354}" presName="Name0" presStyleCnt="0">
        <dgm:presLayoutVars>
          <dgm:dir/>
          <dgm:resizeHandles val="exact"/>
        </dgm:presLayoutVars>
      </dgm:prSet>
      <dgm:spPr/>
    </dgm:pt>
    <dgm:pt modelId="{E3AB380C-453A-E949-859D-72D6FFF3F449}" type="pres">
      <dgm:prSet presAssocID="{7331B7A2-3B97-FA48-95C8-C858E2FD008A}" presName="node" presStyleLbl="node1" presStyleIdx="0" presStyleCnt="4">
        <dgm:presLayoutVars>
          <dgm:bulletEnabled val="1"/>
        </dgm:presLayoutVars>
      </dgm:prSet>
      <dgm:spPr/>
    </dgm:pt>
    <dgm:pt modelId="{EF506B90-E995-B948-B4AF-22B15415FA3D}" type="pres">
      <dgm:prSet presAssocID="{D22E44E1-5AF3-BC47-8942-1C7F61603096}" presName="sibTrans" presStyleLbl="sibTrans2D1" presStyleIdx="0" presStyleCnt="3"/>
      <dgm:spPr/>
    </dgm:pt>
    <dgm:pt modelId="{27983B64-F227-034E-A6A2-2C4D8883E684}" type="pres">
      <dgm:prSet presAssocID="{D22E44E1-5AF3-BC47-8942-1C7F61603096}" presName="connectorText" presStyleLbl="sibTrans2D1" presStyleIdx="0" presStyleCnt="3"/>
      <dgm:spPr/>
    </dgm:pt>
    <dgm:pt modelId="{672BB02D-3DE1-904C-B509-71E5AFFD8213}" type="pres">
      <dgm:prSet presAssocID="{89DB7143-70A1-D74F-A42A-FD04047220E5}" presName="node" presStyleLbl="node1" presStyleIdx="1" presStyleCnt="4">
        <dgm:presLayoutVars>
          <dgm:bulletEnabled val="1"/>
        </dgm:presLayoutVars>
      </dgm:prSet>
      <dgm:spPr/>
    </dgm:pt>
    <dgm:pt modelId="{C678733D-37FE-F745-9AAB-370691EAD68B}" type="pres">
      <dgm:prSet presAssocID="{F4C396DC-5B8A-B448-946A-E6779715AB9D}" presName="sibTrans" presStyleLbl="sibTrans2D1" presStyleIdx="1" presStyleCnt="3"/>
      <dgm:spPr/>
    </dgm:pt>
    <dgm:pt modelId="{E4FFAF48-8EF8-B941-AC8C-3A9A9C5C1AFF}" type="pres">
      <dgm:prSet presAssocID="{F4C396DC-5B8A-B448-946A-E6779715AB9D}" presName="connectorText" presStyleLbl="sibTrans2D1" presStyleIdx="1" presStyleCnt="3"/>
      <dgm:spPr/>
    </dgm:pt>
    <dgm:pt modelId="{F80EBF70-AA28-EC4B-8292-71FA6D44807E}" type="pres">
      <dgm:prSet presAssocID="{7E7159CA-11F3-F84E-9DA3-DCBA74910C0B}" presName="node" presStyleLbl="node1" presStyleIdx="2" presStyleCnt="4">
        <dgm:presLayoutVars>
          <dgm:bulletEnabled val="1"/>
        </dgm:presLayoutVars>
      </dgm:prSet>
      <dgm:spPr/>
    </dgm:pt>
    <dgm:pt modelId="{1796EAEE-4E76-1248-8916-E89B3CD74869}" type="pres">
      <dgm:prSet presAssocID="{CEBBDE97-04BA-194E-932A-F0C40E62EB20}" presName="sibTrans" presStyleLbl="sibTrans2D1" presStyleIdx="2" presStyleCnt="3"/>
      <dgm:spPr/>
    </dgm:pt>
    <dgm:pt modelId="{9C8EDCC4-88B0-2446-A9C0-FFBECD719F9C}" type="pres">
      <dgm:prSet presAssocID="{CEBBDE97-04BA-194E-932A-F0C40E62EB20}" presName="connectorText" presStyleLbl="sibTrans2D1" presStyleIdx="2" presStyleCnt="3"/>
      <dgm:spPr/>
    </dgm:pt>
    <dgm:pt modelId="{0F7EB432-688B-1E42-8CDF-13F2EC42A3A2}" type="pres">
      <dgm:prSet presAssocID="{0C9BF9EB-483B-2343-9997-48C40AFD43DF}" presName="node" presStyleLbl="node1" presStyleIdx="3" presStyleCnt="4">
        <dgm:presLayoutVars>
          <dgm:bulletEnabled val="1"/>
        </dgm:presLayoutVars>
      </dgm:prSet>
      <dgm:spPr/>
    </dgm:pt>
  </dgm:ptLst>
  <dgm:cxnLst>
    <dgm:cxn modelId="{CCB6CA06-3BA0-2340-BB93-B9517FB21945}" type="presOf" srcId="{D22E44E1-5AF3-BC47-8942-1C7F61603096}" destId="{EF506B90-E995-B948-B4AF-22B15415FA3D}" srcOrd="0" destOrd="0" presId="urn:microsoft.com/office/officeart/2005/8/layout/process1"/>
    <dgm:cxn modelId="{5C354F0F-A187-734E-9978-4595B43A4E9C}" type="presOf" srcId="{89DB7143-70A1-D74F-A42A-FD04047220E5}" destId="{672BB02D-3DE1-904C-B509-71E5AFFD8213}" srcOrd="0" destOrd="0" presId="urn:microsoft.com/office/officeart/2005/8/layout/process1"/>
    <dgm:cxn modelId="{3544252C-B659-664B-9AEE-B9CD13836292}" type="presOf" srcId="{B13337DD-EED8-D94C-9BF3-03D6D05F9354}" destId="{096AF798-E1FC-4042-A3AE-660AD450D9B3}" srcOrd="0" destOrd="0" presId="urn:microsoft.com/office/officeart/2005/8/layout/process1"/>
    <dgm:cxn modelId="{81398A2C-5D1A-9E4D-802B-4C9C4B7442E9}" srcId="{B13337DD-EED8-D94C-9BF3-03D6D05F9354}" destId="{89DB7143-70A1-D74F-A42A-FD04047220E5}" srcOrd="1" destOrd="0" parTransId="{7F618AF4-9B18-C548-955E-9AAC243EDE09}" sibTransId="{F4C396DC-5B8A-B448-946A-E6779715AB9D}"/>
    <dgm:cxn modelId="{611A6C5F-547A-FF4F-B5FB-7286CFD0623D}" type="presOf" srcId="{D22E44E1-5AF3-BC47-8942-1C7F61603096}" destId="{27983B64-F227-034E-A6A2-2C4D8883E684}" srcOrd="1" destOrd="0" presId="urn:microsoft.com/office/officeart/2005/8/layout/process1"/>
    <dgm:cxn modelId="{98D7928B-6D9D-C741-8E6C-83734486E922}" type="presOf" srcId="{7331B7A2-3B97-FA48-95C8-C858E2FD008A}" destId="{E3AB380C-453A-E949-859D-72D6FFF3F449}" srcOrd="0" destOrd="0" presId="urn:microsoft.com/office/officeart/2005/8/layout/process1"/>
    <dgm:cxn modelId="{D40F7C97-D9CC-514C-8E3E-1B287D143C0C}" srcId="{B13337DD-EED8-D94C-9BF3-03D6D05F9354}" destId="{7331B7A2-3B97-FA48-95C8-C858E2FD008A}" srcOrd="0" destOrd="0" parTransId="{35C62F3E-5530-B242-9707-0109D8162CA0}" sibTransId="{D22E44E1-5AF3-BC47-8942-1C7F61603096}"/>
    <dgm:cxn modelId="{1EF654A9-2977-0C48-B04A-78ADA957C61C}" type="presOf" srcId="{CEBBDE97-04BA-194E-932A-F0C40E62EB20}" destId="{1796EAEE-4E76-1248-8916-E89B3CD74869}" srcOrd="0" destOrd="0" presId="urn:microsoft.com/office/officeart/2005/8/layout/process1"/>
    <dgm:cxn modelId="{60FB69BB-BE58-034B-B35C-958E3533FE4E}" type="presOf" srcId="{0C9BF9EB-483B-2343-9997-48C40AFD43DF}" destId="{0F7EB432-688B-1E42-8CDF-13F2EC42A3A2}" srcOrd="0" destOrd="0" presId="urn:microsoft.com/office/officeart/2005/8/layout/process1"/>
    <dgm:cxn modelId="{0789DFD0-EC69-C146-BD56-0C1B126C4D7A}" srcId="{B13337DD-EED8-D94C-9BF3-03D6D05F9354}" destId="{7E7159CA-11F3-F84E-9DA3-DCBA74910C0B}" srcOrd="2" destOrd="0" parTransId="{1751F3D4-ACF9-5B42-9384-57F4DCB4EF37}" sibTransId="{CEBBDE97-04BA-194E-932A-F0C40E62EB20}"/>
    <dgm:cxn modelId="{EEA1A6D3-A93C-0942-9A8E-15473AC5CA7C}" type="presOf" srcId="{F4C396DC-5B8A-B448-946A-E6779715AB9D}" destId="{E4FFAF48-8EF8-B941-AC8C-3A9A9C5C1AFF}" srcOrd="1" destOrd="0" presId="urn:microsoft.com/office/officeart/2005/8/layout/process1"/>
    <dgm:cxn modelId="{B4B545D5-527E-8F40-A813-46AC368F9B62}" type="presOf" srcId="{7E7159CA-11F3-F84E-9DA3-DCBA74910C0B}" destId="{F80EBF70-AA28-EC4B-8292-71FA6D44807E}" srcOrd="0" destOrd="0" presId="urn:microsoft.com/office/officeart/2005/8/layout/process1"/>
    <dgm:cxn modelId="{96E1ACE9-B797-F04F-8892-2DBF4FC88002}" type="presOf" srcId="{F4C396DC-5B8A-B448-946A-E6779715AB9D}" destId="{C678733D-37FE-F745-9AAB-370691EAD68B}" srcOrd="0" destOrd="0" presId="urn:microsoft.com/office/officeart/2005/8/layout/process1"/>
    <dgm:cxn modelId="{34B655ED-6309-BF43-A158-BDA578F13F12}" srcId="{B13337DD-EED8-D94C-9BF3-03D6D05F9354}" destId="{0C9BF9EB-483B-2343-9997-48C40AFD43DF}" srcOrd="3" destOrd="0" parTransId="{BF862BF6-89FD-A340-840E-9D9FB52289AA}" sibTransId="{D685558C-F18D-DD43-A427-705059B0CD12}"/>
    <dgm:cxn modelId="{67A09BF9-10C1-674B-8DEB-9CFBDE75530F}" type="presOf" srcId="{CEBBDE97-04BA-194E-932A-F0C40E62EB20}" destId="{9C8EDCC4-88B0-2446-A9C0-FFBECD719F9C}" srcOrd="1" destOrd="0" presId="urn:microsoft.com/office/officeart/2005/8/layout/process1"/>
    <dgm:cxn modelId="{DDAA0EC7-A0B2-594E-9040-51B11E006FF8}" type="presParOf" srcId="{096AF798-E1FC-4042-A3AE-660AD450D9B3}" destId="{E3AB380C-453A-E949-859D-72D6FFF3F449}" srcOrd="0" destOrd="0" presId="urn:microsoft.com/office/officeart/2005/8/layout/process1"/>
    <dgm:cxn modelId="{1DF01346-4AE8-A941-81C4-F361EFE02722}" type="presParOf" srcId="{096AF798-E1FC-4042-A3AE-660AD450D9B3}" destId="{EF506B90-E995-B948-B4AF-22B15415FA3D}" srcOrd="1" destOrd="0" presId="urn:microsoft.com/office/officeart/2005/8/layout/process1"/>
    <dgm:cxn modelId="{D37713CA-D54F-A048-8E97-D3AD0CC36D7D}" type="presParOf" srcId="{EF506B90-E995-B948-B4AF-22B15415FA3D}" destId="{27983B64-F227-034E-A6A2-2C4D8883E684}" srcOrd="0" destOrd="0" presId="urn:microsoft.com/office/officeart/2005/8/layout/process1"/>
    <dgm:cxn modelId="{AE1BE903-ED9F-3C42-8F06-C884E9A540E4}" type="presParOf" srcId="{096AF798-E1FC-4042-A3AE-660AD450D9B3}" destId="{672BB02D-3DE1-904C-B509-71E5AFFD8213}" srcOrd="2" destOrd="0" presId="urn:microsoft.com/office/officeart/2005/8/layout/process1"/>
    <dgm:cxn modelId="{B2E821C9-E9F9-2941-8ABA-17839F48B4EA}" type="presParOf" srcId="{096AF798-E1FC-4042-A3AE-660AD450D9B3}" destId="{C678733D-37FE-F745-9AAB-370691EAD68B}" srcOrd="3" destOrd="0" presId="urn:microsoft.com/office/officeart/2005/8/layout/process1"/>
    <dgm:cxn modelId="{5CD7B36C-5805-324C-AEF5-4A48AB757914}" type="presParOf" srcId="{C678733D-37FE-F745-9AAB-370691EAD68B}" destId="{E4FFAF48-8EF8-B941-AC8C-3A9A9C5C1AFF}" srcOrd="0" destOrd="0" presId="urn:microsoft.com/office/officeart/2005/8/layout/process1"/>
    <dgm:cxn modelId="{11655201-F874-7643-AD61-54EE281BDE00}" type="presParOf" srcId="{096AF798-E1FC-4042-A3AE-660AD450D9B3}" destId="{F80EBF70-AA28-EC4B-8292-71FA6D44807E}" srcOrd="4" destOrd="0" presId="urn:microsoft.com/office/officeart/2005/8/layout/process1"/>
    <dgm:cxn modelId="{EB8D84D4-4F44-4040-92BC-FE4EBCA9E2C0}" type="presParOf" srcId="{096AF798-E1FC-4042-A3AE-660AD450D9B3}" destId="{1796EAEE-4E76-1248-8916-E89B3CD74869}" srcOrd="5" destOrd="0" presId="urn:microsoft.com/office/officeart/2005/8/layout/process1"/>
    <dgm:cxn modelId="{BEC87DAE-B864-F541-A99C-4957DF591133}" type="presParOf" srcId="{1796EAEE-4E76-1248-8916-E89B3CD74869}" destId="{9C8EDCC4-88B0-2446-A9C0-FFBECD719F9C}" srcOrd="0" destOrd="0" presId="urn:microsoft.com/office/officeart/2005/8/layout/process1"/>
    <dgm:cxn modelId="{E5D8C6EC-1A7F-FF43-9250-C4A310E50813}" type="presParOf" srcId="{096AF798-E1FC-4042-A3AE-660AD450D9B3}" destId="{0F7EB432-688B-1E42-8CDF-13F2EC42A3A2}"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FD5B97-95C2-4103-AC55-F9C6F410CED6}" type="doc">
      <dgm:prSet loTypeId="urn:microsoft.com/office/officeart/2017/3/layout/DropPinTimeline" loCatId="process" qsTypeId="urn:microsoft.com/office/officeart/2005/8/quickstyle/simple1" qsCatId="simple" csTypeId="urn:microsoft.com/office/officeart/2005/8/colors/colorful2" csCatId="colorful" phldr="1"/>
      <dgm:spPr/>
      <dgm:t>
        <a:bodyPr/>
        <a:lstStyle/>
        <a:p>
          <a:endParaRPr lang="en-US"/>
        </a:p>
      </dgm:t>
    </dgm:pt>
    <dgm:pt modelId="{93A07204-8101-4E75-B952-FD96C7C1B8A6}">
      <dgm:prSet/>
      <dgm:spPr/>
      <dgm:t>
        <a:bodyPr/>
        <a:lstStyle/>
        <a:p>
          <a:pPr algn="l">
            <a:lnSpc>
              <a:spcPct val="90000"/>
            </a:lnSpc>
            <a:defRPr b="1"/>
          </a:pPr>
          <a:r>
            <a:rPr lang="en-US" sz="1500" dirty="0">
              <a:solidFill>
                <a:srgbClr val="0070C0"/>
              </a:solidFill>
              <a:ea typeface="+mn-ea"/>
              <a:cs typeface="+mn-cs"/>
            </a:rPr>
            <a:t>Oct. 25</a:t>
          </a:r>
        </a:p>
      </dgm:t>
    </dgm:pt>
    <dgm:pt modelId="{61C69A80-962C-42BC-8B03-591DBB43DAF6}" type="parTrans" cxnId="{E044C73A-DA33-49BA-9F6A-60141F4A273B}">
      <dgm:prSet/>
      <dgm:spPr/>
      <dgm:t>
        <a:bodyPr/>
        <a:lstStyle/>
        <a:p>
          <a:endParaRPr lang="en-US"/>
        </a:p>
      </dgm:t>
    </dgm:pt>
    <dgm:pt modelId="{D6B12E3F-79A1-4BBF-9150-62323864D1DE}" type="sibTrans" cxnId="{E044C73A-DA33-49BA-9F6A-60141F4A273B}">
      <dgm:prSet/>
      <dgm:spPr/>
      <dgm:t>
        <a:bodyPr/>
        <a:lstStyle/>
        <a:p>
          <a:endParaRPr lang="en-US"/>
        </a:p>
      </dgm:t>
    </dgm:pt>
    <dgm:pt modelId="{75768879-6C56-4CBC-AD33-C448467B7F13}">
      <dgm:prSet/>
      <dgm:spPr/>
      <dgm:t>
        <a:bodyPr/>
        <a:lstStyle/>
        <a:p>
          <a:pPr algn="l">
            <a:lnSpc>
              <a:spcPct val="90000"/>
            </a:lnSpc>
          </a:pPr>
          <a:r>
            <a:rPr lang="en-US" sz="1100" dirty="0">
              <a:highlight>
                <a:srgbClr val="FFFF00"/>
              </a:highlight>
              <a:ea typeface="+mn-ea"/>
              <a:cs typeface="+mn-cs"/>
            </a:rPr>
            <a:t>2nd Stakeholder Group meeting</a:t>
          </a:r>
        </a:p>
        <a:p>
          <a:pPr algn="l">
            <a:lnSpc>
              <a:spcPct val="90000"/>
            </a:lnSpc>
          </a:pPr>
          <a:r>
            <a:rPr lang="en-US" sz="1100" dirty="0">
              <a:ea typeface="+mn-ea"/>
              <a:cs typeface="+mn-cs"/>
            </a:rPr>
            <a:t>Start topic evaluation exercise</a:t>
          </a:r>
        </a:p>
      </dgm:t>
    </dgm:pt>
    <dgm:pt modelId="{7D5681AC-C33A-410B-8F34-8370A107C576}" type="parTrans" cxnId="{5602731E-672E-4D86-8042-BC7C9A0C2C79}">
      <dgm:prSet/>
      <dgm:spPr/>
      <dgm:t>
        <a:bodyPr/>
        <a:lstStyle/>
        <a:p>
          <a:endParaRPr lang="en-US"/>
        </a:p>
      </dgm:t>
    </dgm:pt>
    <dgm:pt modelId="{5B89136E-8E1A-4205-A15A-7A2FC9E67E42}" type="sibTrans" cxnId="{5602731E-672E-4D86-8042-BC7C9A0C2C79}">
      <dgm:prSet/>
      <dgm:spPr/>
      <dgm:t>
        <a:bodyPr/>
        <a:lstStyle/>
        <a:p>
          <a:endParaRPr lang="en-US"/>
        </a:p>
      </dgm:t>
    </dgm:pt>
    <dgm:pt modelId="{1BD39EFD-76E0-4045-A07D-9F893B06981F}">
      <dgm:prSet/>
      <dgm:spPr/>
      <dgm:t>
        <a:bodyPr/>
        <a:lstStyle/>
        <a:p>
          <a:pPr algn="l">
            <a:lnSpc>
              <a:spcPct val="90000"/>
            </a:lnSpc>
            <a:defRPr b="1"/>
          </a:pPr>
          <a:r>
            <a:rPr lang="en-US" sz="1500" dirty="0">
              <a:solidFill>
                <a:srgbClr val="0070C0"/>
              </a:solidFill>
              <a:ea typeface="+mn-ea"/>
              <a:cs typeface="+mn-cs"/>
            </a:rPr>
            <a:t>Dec. 25</a:t>
          </a:r>
        </a:p>
      </dgm:t>
    </dgm:pt>
    <dgm:pt modelId="{A86E73A4-B9ED-4859-A921-BE1DA58DAADF}" type="parTrans" cxnId="{2ADA095A-B119-4C6E-B48B-E7E85ED9FB36}">
      <dgm:prSet/>
      <dgm:spPr/>
      <dgm:t>
        <a:bodyPr/>
        <a:lstStyle/>
        <a:p>
          <a:endParaRPr lang="en-US"/>
        </a:p>
      </dgm:t>
    </dgm:pt>
    <dgm:pt modelId="{D580C40E-26DF-4B24-BC89-25935117514F}" type="sibTrans" cxnId="{2ADA095A-B119-4C6E-B48B-E7E85ED9FB36}">
      <dgm:prSet/>
      <dgm:spPr/>
      <dgm:t>
        <a:bodyPr/>
        <a:lstStyle/>
        <a:p>
          <a:endParaRPr lang="en-US"/>
        </a:p>
      </dgm:t>
    </dgm:pt>
    <dgm:pt modelId="{5950B119-772E-419C-ACF3-FC679F1821E2}">
      <dgm:prSet/>
      <dgm:spPr/>
      <dgm:t>
        <a:bodyPr/>
        <a:lstStyle/>
        <a:p>
          <a:pPr algn="l">
            <a:lnSpc>
              <a:spcPct val="90000"/>
            </a:lnSpc>
          </a:pPr>
          <a:r>
            <a:rPr lang="en-US" sz="1100" dirty="0">
              <a:ea typeface="+mn-ea"/>
              <a:cs typeface="+mn-cs"/>
            </a:rPr>
            <a:t>Completion of topic evaluation exercise</a:t>
          </a:r>
        </a:p>
      </dgm:t>
    </dgm:pt>
    <dgm:pt modelId="{843E34E6-38A3-431C-853A-A3AA948652DF}" type="parTrans" cxnId="{59595E77-D1CF-43C9-AFEF-1DB0043E72CA}">
      <dgm:prSet/>
      <dgm:spPr/>
      <dgm:t>
        <a:bodyPr/>
        <a:lstStyle/>
        <a:p>
          <a:endParaRPr lang="en-US"/>
        </a:p>
      </dgm:t>
    </dgm:pt>
    <dgm:pt modelId="{99AE82CE-7780-40C7-A37A-6F4DB4FAB627}" type="sibTrans" cxnId="{59595E77-D1CF-43C9-AFEF-1DB0043E72CA}">
      <dgm:prSet/>
      <dgm:spPr/>
      <dgm:t>
        <a:bodyPr/>
        <a:lstStyle/>
        <a:p>
          <a:endParaRPr lang="en-US"/>
        </a:p>
      </dgm:t>
    </dgm:pt>
    <dgm:pt modelId="{D12DE531-9FAA-461C-B209-F33AB6E21DFF}">
      <dgm:prSet/>
      <dgm:spPr/>
      <dgm:t>
        <a:bodyPr/>
        <a:lstStyle/>
        <a:p>
          <a:pPr algn="l">
            <a:lnSpc>
              <a:spcPct val="90000"/>
            </a:lnSpc>
            <a:defRPr b="1"/>
          </a:pPr>
          <a:r>
            <a:rPr lang="en-US" sz="1500" dirty="0">
              <a:solidFill>
                <a:srgbClr val="0070C0"/>
              </a:solidFill>
              <a:ea typeface="+mn-ea"/>
              <a:cs typeface="+mn-cs"/>
            </a:rPr>
            <a:t>Feb. 26</a:t>
          </a:r>
        </a:p>
      </dgm:t>
    </dgm:pt>
    <dgm:pt modelId="{766A65EE-A5A4-42CF-B0AE-32F6A1FD6770}" type="parTrans" cxnId="{732C9342-BE41-4280-84B5-9D3E585754A7}">
      <dgm:prSet/>
      <dgm:spPr/>
      <dgm:t>
        <a:bodyPr/>
        <a:lstStyle/>
        <a:p>
          <a:endParaRPr lang="en-US"/>
        </a:p>
      </dgm:t>
    </dgm:pt>
    <dgm:pt modelId="{52D6DB99-454C-47E4-965C-D7BEFB5A8177}" type="sibTrans" cxnId="{732C9342-BE41-4280-84B5-9D3E585754A7}">
      <dgm:prSet/>
      <dgm:spPr/>
      <dgm:t>
        <a:bodyPr/>
        <a:lstStyle/>
        <a:p>
          <a:endParaRPr lang="en-US"/>
        </a:p>
      </dgm:t>
    </dgm:pt>
    <dgm:pt modelId="{A5193A37-2446-44CB-AD2B-26FFE8F4BCF8}">
      <dgm:prSet/>
      <dgm:spPr/>
      <dgm:t>
        <a:bodyPr/>
        <a:lstStyle/>
        <a:p>
          <a:pPr algn="l">
            <a:lnSpc>
              <a:spcPct val="90000"/>
            </a:lnSpc>
          </a:pPr>
          <a:r>
            <a:rPr lang="en-US" sz="1100" dirty="0">
              <a:ea typeface="+mn-ea"/>
              <a:cs typeface="+mn-cs"/>
            </a:rPr>
            <a:t>Complete work/submit topic classification paper</a:t>
          </a:r>
        </a:p>
      </dgm:t>
    </dgm:pt>
    <dgm:pt modelId="{AD437175-25BF-47C4-B69B-9002A101E746}" type="parTrans" cxnId="{148BF935-568D-4FA4-B3DE-6351082BCEE1}">
      <dgm:prSet/>
      <dgm:spPr/>
      <dgm:t>
        <a:bodyPr/>
        <a:lstStyle/>
        <a:p>
          <a:endParaRPr lang="en-US"/>
        </a:p>
      </dgm:t>
    </dgm:pt>
    <dgm:pt modelId="{85E9BF60-23BD-4A91-99E8-9BC63273D18D}" type="sibTrans" cxnId="{148BF935-568D-4FA4-B3DE-6351082BCEE1}">
      <dgm:prSet/>
      <dgm:spPr/>
      <dgm:t>
        <a:bodyPr/>
        <a:lstStyle/>
        <a:p>
          <a:endParaRPr lang="en-US"/>
        </a:p>
      </dgm:t>
    </dgm:pt>
    <dgm:pt modelId="{0B18FF62-4C6B-4299-B1D2-48EF2B284857}">
      <dgm:prSet/>
      <dgm:spPr/>
      <dgm:t>
        <a:bodyPr/>
        <a:lstStyle/>
        <a:p>
          <a:pPr algn="l">
            <a:lnSpc>
              <a:spcPct val="90000"/>
            </a:lnSpc>
            <a:defRPr b="1"/>
          </a:pPr>
          <a:r>
            <a:rPr lang="en-US" sz="1500" dirty="0">
              <a:ea typeface="+mn-ea"/>
              <a:cs typeface="+mn-cs"/>
            </a:rPr>
            <a:t>Jul. 26</a:t>
          </a:r>
        </a:p>
      </dgm:t>
    </dgm:pt>
    <dgm:pt modelId="{F82782B5-209B-4DD9-9C6E-7108E140C871}" type="parTrans" cxnId="{D2D8C537-ABD9-4D65-B108-D8592F2E3D8D}">
      <dgm:prSet/>
      <dgm:spPr/>
      <dgm:t>
        <a:bodyPr/>
        <a:lstStyle/>
        <a:p>
          <a:endParaRPr lang="en-US"/>
        </a:p>
      </dgm:t>
    </dgm:pt>
    <dgm:pt modelId="{E69E2CAD-04E6-48B1-A40E-CB37A33C3A37}" type="sibTrans" cxnId="{D2D8C537-ABD9-4D65-B108-D8592F2E3D8D}">
      <dgm:prSet/>
      <dgm:spPr/>
      <dgm:t>
        <a:bodyPr/>
        <a:lstStyle/>
        <a:p>
          <a:endParaRPr lang="en-US"/>
        </a:p>
      </dgm:t>
    </dgm:pt>
    <dgm:pt modelId="{3088D35C-29D4-4894-929E-9F33108CF562}">
      <dgm:prSet/>
      <dgm:spPr/>
      <dgm:t>
        <a:bodyPr/>
        <a:lstStyle/>
        <a:p>
          <a:pPr algn="l">
            <a:lnSpc>
              <a:spcPct val="90000"/>
            </a:lnSpc>
          </a:pPr>
          <a:r>
            <a:rPr lang="en-US" sz="1100" dirty="0">
              <a:ea typeface="+mn-ea"/>
              <a:cs typeface="+mn-cs"/>
            </a:rPr>
            <a:t>Submission of Confirmation of Status report</a:t>
          </a:r>
        </a:p>
      </dgm:t>
    </dgm:pt>
    <dgm:pt modelId="{581E8707-42D2-4CA0-813A-353D0A074D20}" type="parTrans" cxnId="{1070A6E8-F11A-4AD8-98D4-6322E256F280}">
      <dgm:prSet/>
      <dgm:spPr/>
      <dgm:t>
        <a:bodyPr/>
        <a:lstStyle/>
        <a:p>
          <a:endParaRPr lang="en-US"/>
        </a:p>
      </dgm:t>
    </dgm:pt>
    <dgm:pt modelId="{5DF9B756-C445-45C8-A4AE-950B01B1970C}" type="sibTrans" cxnId="{1070A6E8-F11A-4AD8-98D4-6322E256F280}">
      <dgm:prSet/>
      <dgm:spPr/>
      <dgm:t>
        <a:bodyPr/>
        <a:lstStyle/>
        <a:p>
          <a:endParaRPr lang="en-US"/>
        </a:p>
      </dgm:t>
    </dgm:pt>
    <dgm:pt modelId="{2192D7B3-0F44-45F6-81B3-C45D84ACB826}">
      <dgm:prSet/>
      <dgm:spPr/>
      <dgm:t>
        <a:bodyPr/>
        <a:lstStyle/>
        <a:p>
          <a:pPr algn="l">
            <a:lnSpc>
              <a:spcPct val="90000"/>
            </a:lnSpc>
            <a:defRPr b="1"/>
          </a:pPr>
          <a:r>
            <a:rPr lang="en-US" sz="1500" dirty="0">
              <a:latin typeface="Neue Haas Grotesk Text Pro"/>
              <a:ea typeface="+mn-ea"/>
              <a:cs typeface="+mn-cs"/>
            </a:rPr>
            <a:t>Jul</a:t>
          </a:r>
          <a:r>
            <a:rPr lang="en-US" sz="1500" dirty="0">
              <a:ea typeface="+mn-ea"/>
              <a:cs typeface="+mn-cs"/>
            </a:rPr>
            <a:t>. 27</a:t>
          </a:r>
        </a:p>
      </dgm:t>
    </dgm:pt>
    <dgm:pt modelId="{6A530EFF-120C-46A1-A918-85195BC2D178}" type="parTrans" cxnId="{5B6D0134-6862-431A-8422-9B2A6FFC235D}">
      <dgm:prSet/>
      <dgm:spPr/>
      <dgm:t>
        <a:bodyPr/>
        <a:lstStyle/>
        <a:p>
          <a:endParaRPr lang="en-US"/>
        </a:p>
      </dgm:t>
    </dgm:pt>
    <dgm:pt modelId="{0DFC2DFD-B834-429A-BDC2-CCFB03EA5D57}" type="sibTrans" cxnId="{5B6D0134-6862-431A-8422-9B2A6FFC235D}">
      <dgm:prSet/>
      <dgm:spPr/>
      <dgm:t>
        <a:bodyPr/>
        <a:lstStyle/>
        <a:p>
          <a:endParaRPr lang="en-US"/>
        </a:p>
      </dgm:t>
    </dgm:pt>
    <dgm:pt modelId="{B7F8C414-1F92-4E04-8C8B-04A1120A7474}">
      <dgm:prSet/>
      <dgm:spPr/>
      <dgm:t>
        <a:bodyPr/>
        <a:lstStyle/>
        <a:p>
          <a:pPr algn="l">
            <a:lnSpc>
              <a:spcPct val="90000"/>
            </a:lnSpc>
          </a:pPr>
          <a:r>
            <a:rPr lang="en-US" sz="1100" dirty="0">
              <a:ea typeface="+mn-ea"/>
              <a:cs typeface="+mn-cs"/>
            </a:rPr>
            <a:t>Deadline for submission of thesis</a:t>
          </a:r>
        </a:p>
      </dgm:t>
    </dgm:pt>
    <dgm:pt modelId="{E5AFF581-74DA-467B-8280-4D38D8A2FB50}" type="parTrans" cxnId="{D559A6A9-3E3C-4636-9676-606399A5F209}">
      <dgm:prSet/>
      <dgm:spPr/>
      <dgm:t>
        <a:bodyPr/>
        <a:lstStyle/>
        <a:p>
          <a:endParaRPr lang="en-US"/>
        </a:p>
      </dgm:t>
    </dgm:pt>
    <dgm:pt modelId="{A2ED8710-EC73-4ADB-A995-40B59FED20C4}" type="sibTrans" cxnId="{D559A6A9-3E3C-4636-9676-606399A5F209}">
      <dgm:prSet/>
      <dgm:spPr/>
      <dgm:t>
        <a:bodyPr/>
        <a:lstStyle/>
        <a:p>
          <a:endParaRPr lang="en-US"/>
        </a:p>
      </dgm:t>
    </dgm:pt>
    <dgm:pt modelId="{9C5FBA33-4555-9E49-B4B0-D0CE47D420C2}">
      <dgm:prSet/>
      <dgm:spPr/>
      <dgm:t>
        <a:bodyPr/>
        <a:lstStyle/>
        <a:p>
          <a:pPr algn="l">
            <a:lnSpc>
              <a:spcPct val="90000"/>
            </a:lnSpc>
            <a:defRPr b="1"/>
          </a:pPr>
          <a:r>
            <a:rPr lang="en-GB" sz="1500">
              <a:solidFill>
                <a:srgbClr val="7F7F7F"/>
              </a:solidFill>
              <a:ea typeface="+mn-ea"/>
              <a:cs typeface="+mn-cs"/>
            </a:rPr>
            <a:t>Apr. 24</a:t>
          </a:r>
          <a:endParaRPr lang="en-GB" sz="1500" dirty="0">
            <a:solidFill>
              <a:srgbClr val="7F7F7F"/>
            </a:solidFill>
            <a:ea typeface="+mn-ea"/>
            <a:cs typeface="+mn-cs"/>
          </a:endParaRPr>
        </a:p>
      </dgm:t>
    </dgm:pt>
    <dgm:pt modelId="{412A722F-2E23-7943-B0D3-60BEE17C37CC}" type="parTrans" cxnId="{DFA8940F-DD79-2B49-A76A-250A4A9A0CF5}">
      <dgm:prSet/>
      <dgm:spPr/>
      <dgm:t>
        <a:bodyPr/>
        <a:lstStyle/>
        <a:p>
          <a:endParaRPr lang="en-GB"/>
        </a:p>
      </dgm:t>
    </dgm:pt>
    <dgm:pt modelId="{83CA31CC-F049-DA43-94A8-7709B8AB279E}" type="sibTrans" cxnId="{DFA8940F-DD79-2B49-A76A-250A4A9A0CF5}">
      <dgm:prSet/>
      <dgm:spPr/>
      <dgm:t>
        <a:bodyPr/>
        <a:lstStyle/>
        <a:p>
          <a:endParaRPr lang="en-GB"/>
        </a:p>
      </dgm:t>
    </dgm:pt>
    <dgm:pt modelId="{D0AD7907-916D-C04E-874B-C24278FDEA94}">
      <dgm:prSet/>
      <dgm:spPr/>
      <dgm:t>
        <a:bodyPr/>
        <a:lstStyle/>
        <a:p>
          <a:pPr algn="l">
            <a:lnSpc>
              <a:spcPct val="90000"/>
            </a:lnSpc>
          </a:pPr>
          <a:r>
            <a:rPr lang="en-GB" sz="1100" dirty="0">
              <a:ea typeface="+mn-ea"/>
              <a:cs typeface="+mn-cs"/>
            </a:rPr>
            <a:t>Transfer of Status completed</a:t>
          </a:r>
        </a:p>
      </dgm:t>
    </dgm:pt>
    <dgm:pt modelId="{D90C5D26-C106-DE4F-A82C-DE6FE482D6EB}" type="parTrans" cxnId="{8B8D14F6-BCB0-B046-A5C5-8EFFD4CCFD89}">
      <dgm:prSet/>
      <dgm:spPr/>
      <dgm:t>
        <a:bodyPr/>
        <a:lstStyle/>
        <a:p>
          <a:endParaRPr lang="en-GB"/>
        </a:p>
      </dgm:t>
    </dgm:pt>
    <dgm:pt modelId="{FDE0B15E-BA5B-A548-9A46-C5C6431A09F1}" type="sibTrans" cxnId="{8B8D14F6-BCB0-B046-A5C5-8EFFD4CCFD89}">
      <dgm:prSet/>
      <dgm:spPr/>
      <dgm:t>
        <a:bodyPr/>
        <a:lstStyle/>
        <a:p>
          <a:endParaRPr lang="en-GB"/>
        </a:p>
      </dgm:t>
    </dgm:pt>
    <dgm:pt modelId="{04D19084-DB7C-E34E-BE40-DD44D2574CAB}">
      <dgm:prSet/>
      <dgm:spPr/>
      <dgm:t>
        <a:bodyPr/>
        <a:lstStyle/>
        <a:p>
          <a:pPr algn="l">
            <a:lnSpc>
              <a:spcPct val="90000"/>
            </a:lnSpc>
            <a:defRPr b="1"/>
          </a:pPr>
          <a:r>
            <a:rPr lang="en-GB" sz="1500" dirty="0">
              <a:solidFill>
                <a:srgbClr val="7F7F7F"/>
              </a:solidFill>
              <a:ea typeface="+mn-ea"/>
              <a:cs typeface="+mn-cs"/>
            </a:rPr>
            <a:t>Jun. 25</a:t>
          </a:r>
        </a:p>
      </dgm:t>
    </dgm:pt>
    <dgm:pt modelId="{E0E4A173-B47B-A640-BC07-1BF327DDE869}" type="parTrans" cxnId="{AC65930E-FC78-EB4E-BFFD-62B7CE243CCA}">
      <dgm:prSet/>
      <dgm:spPr/>
      <dgm:t>
        <a:bodyPr/>
        <a:lstStyle/>
        <a:p>
          <a:endParaRPr lang="en-GB"/>
        </a:p>
      </dgm:t>
    </dgm:pt>
    <dgm:pt modelId="{AECD2B34-BFE0-4546-A8DD-8DA142AFCE31}" type="sibTrans" cxnId="{AC65930E-FC78-EB4E-BFFD-62B7CE243CCA}">
      <dgm:prSet/>
      <dgm:spPr/>
      <dgm:t>
        <a:bodyPr/>
        <a:lstStyle/>
        <a:p>
          <a:endParaRPr lang="en-GB"/>
        </a:p>
      </dgm:t>
    </dgm:pt>
    <dgm:pt modelId="{9084199E-0530-2546-B054-C0B1581016CE}">
      <dgm:prSet/>
      <dgm:spPr/>
      <dgm:t>
        <a:bodyPr/>
        <a:lstStyle/>
        <a:p>
          <a:pPr algn="l">
            <a:lnSpc>
              <a:spcPct val="90000"/>
            </a:lnSpc>
            <a:defRPr b="1"/>
          </a:pPr>
          <a:r>
            <a:rPr lang="en-GB" sz="1500" dirty="0">
              <a:solidFill>
                <a:srgbClr val="7F7F7F"/>
              </a:solidFill>
              <a:ea typeface="+mn-ea"/>
              <a:cs typeface="+mn-cs"/>
            </a:rPr>
            <a:t>Sep. 25</a:t>
          </a:r>
        </a:p>
      </dgm:t>
    </dgm:pt>
    <dgm:pt modelId="{CE73AC0F-7145-434C-9A5E-2564C1DB3FA3}" type="parTrans" cxnId="{6FFD4E82-B184-DF44-B03E-3BB3E1965C81}">
      <dgm:prSet/>
      <dgm:spPr/>
      <dgm:t>
        <a:bodyPr/>
        <a:lstStyle/>
        <a:p>
          <a:endParaRPr lang="en-GB"/>
        </a:p>
      </dgm:t>
    </dgm:pt>
    <dgm:pt modelId="{E65BF2C0-CDD8-C94C-B628-493EC8B49F99}" type="sibTrans" cxnId="{6FFD4E82-B184-DF44-B03E-3BB3E1965C81}">
      <dgm:prSet/>
      <dgm:spPr/>
      <dgm:t>
        <a:bodyPr/>
        <a:lstStyle/>
        <a:p>
          <a:endParaRPr lang="en-GB"/>
        </a:p>
      </dgm:t>
    </dgm:pt>
    <dgm:pt modelId="{97B21AF9-471E-0344-A38F-1DD441E117DC}">
      <dgm:prSet/>
      <dgm:spPr/>
      <dgm:t>
        <a:bodyPr/>
        <a:lstStyle/>
        <a:p>
          <a:pPr algn="l">
            <a:lnSpc>
              <a:spcPct val="90000"/>
            </a:lnSpc>
            <a:defRPr b="1"/>
          </a:pPr>
          <a:r>
            <a:rPr lang="en-GB" sz="1500">
              <a:solidFill>
                <a:srgbClr val="7F7F7F"/>
              </a:solidFill>
              <a:ea typeface="+mn-ea"/>
              <a:cs typeface="+mn-cs"/>
            </a:rPr>
            <a:t>Dec. 24</a:t>
          </a:r>
          <a:endParaRPr lang="en-GB" sz="1500" dirty="0">
            <a:solidFill>
              <a:srgbClr val="7F7F7F"/>
            </a:solidFill>
            <a:ea typeface="+mn-ea"/>
            <a:cs typeface="+mn-cs"/>
          </a:endParaRPr>
        </a:p>
      </dgm:t>
    </dgm:pt>
    <dgm:pt modelId="{B8172991-F210-A742-8D0A-66F64D684718}" type="parTrans" cxnId="{8DEF30EE-C334-7841-AEB5-E8617A6F260C}">
      <dgm:prSet/>
      <dgm:spPr/>
      <dgm:t>
        <a:bodyPr/>
        <a:lstStyle/>
        <a:p>
          <a:endParaRPr lang="en-GB"/>
        </a:p>
      </dgm:t>
    </dgm:pt>
    <dgm:pt modelId="{BD584AD3-4111-BA48-91DF-DECD0CE9D638}" type="sibTrans" cxnId="{8DEF30EE-C334-7841-AEB5-E8617A6F260C}">
      <dgm:prSet/>
      <dgm:spPr/>
      <dgm:t>
        <a:bodyPr/>
        <a:lstStyle/>
        <a:p>
          <a:endParaRPr lang="en-GB"/>
        </a:p>
      </dgm:t>
    </dgm:pt>
    <dgm:pt modelId="{FE1D0CAC-A59A-FF4C-8298-DCD94DA4650B}">
      <dgm:prSet/>
      <dgm:spPr/>
      <dgm:t>
        <a:bodyPr/>
        <a:lstStyle/>
        <a:p>
          <a:pPr algn="l">
            <a:lnSpc>
              <a:spcPct val="90000"/>
            </a:lnSpc>
          </a:pPr>
          <a:r>
            <a:rPr lang="en-GB" sz="1100" dirty="0">
              <a:highlight>
                <a:srgbClr val="FFFF00"/>
              </a:highlight>
              <a:ea typeface="+mn-ea"/>
              <a:cs typeface="+mn-cs"/>
            </a:rPr>
            <a:t>1st Stakeholder Group meeting</a:t>
          </a:r>
        </a:p>
      </dgm:t>
    </dgm:pt>
    <dgm:pt modelId="{8E25B82D-A609-E34A-A547-4C6E604F74BA}" type="parTrans" cxnId="{5F30BC91-3800-BD4B-8B92-51209971AF07}">
      <dgm:prSet/>
      <dgm:spPr/>
      <dgm:t>
        <a:bodyPr/>
        <a:lstStyle/>
        <a:p>
          <a:endParaRPr lang="en-GB"/>
        </a:p>
      </dgm:t>
    </dgm:pt>
    <dgm:pt modelId="{836E153E-AF7C-9C48-9F3F-F7F4948E8709}" type="sibTrans" cxnId="{5F30BC91-3800-BD4B-8B92-51209971AF07}">
      <dgm:prSet/>
      <dgm:spPr/>
      <dgm:t>
        <a:bodyPr/>
        <a:lstStyle/>
        <a:p>
          <a:endParaRPr lang="en-GB"/>
        </a:p>
      </dgm:t>
    </dgm:pt>
    <dgm:pt modelId="{33F00852-2217-E74D-9332-5B4272AB4136}">
      <dgm:prSet/>
      <dgm:spPr/>
      <dgm:t>
        <a:bodyPr/>
        <a:lstStyle/>
        <a:p>
          <a:pPr algn="l">
            <a:lnSpc>
              <a:spcPct val="90000"/>
            </a:lnSpc>
          </a:pPr>
          <a:r>
            <a:rPr lang="en-GB" sz="1100" dirty="0">
              <a:ea typeface="+mn-ea"/>
              <a:cs typeface="+mn-cs"/>
            </a:rPr>
            <a:t>Generated topics for 5000+ ESRF proposals</a:t>
          </a:r>
        </a:p>
      </dgm:t>
    </dgm:pt>
    <dgm:pt modelId="{067E61B9-85B9-0646-9525-D7D00576A403}" type="parTrans" cxnId="{BFCAC52B-95B2-8D4C-B591-CD845544A8B5}">
      <dgm:prSet/>
      <dgm:spPr/>
      <dgm:t>
        <a:bodyPr/>
        <a:lstStyle/>
        <a:p>
          <a:endParaRPr lang="en-GB"/>
        </a:p>
      </dgm:t>
    </dgm:pt>
    <dgm:pt modelId="{BAC11802-9731-5D4B-B6A0-A20472FA0D2F}" type="sibTrans" cxnId="{BFCAC52B-95B2-8D4C-B591-CD845544A8B5}">
      <dgm:prSet/>
      <dgm:spPr/>
      <dgm:t>
        <a:bodyPr/>
        <a:lstStyle/>
        <a:p>
          <a:endParaRPr lang="en-GB"/>
        </a:p>
      </dgm:t>
    </dgm:pt>
    <dgm:pt modelId="{904A819F-47B0-034D-9957-C225A78797BB}">
      <dgm:prSet/>
      <dgm:spPr/>
      <dgm:t>
        <a:bodyPr/>
        <a:lstStyle/>
        <a:p>
          <a:pPr algn="l">
            <a:lnSpc>
              <a:spcPct val="90000"/>
            </a:lnSpc>
          </a:pPr>
          <a:r>
            <a:rPr lang="en-GB" sz="1100" dirty="0">
              <a:ea typeface="+mn-ea"/>
              <a:cs typeface="+mn-cs"/>
            </a:rPr>
            <a:t>Published paper on PaNET</a:t>
          </a:r>
        </a:p>
      </dgm:t>
    </dgm:pt>
    <dgm:pt modelId="{F48D678F-D288-5B40-9EBA-D612DF302B7F}" type="parTrans" cxnId="{C89D7FD9-26FB-0F48-904D-4ED97A1C3200}">
      <dgm:prSet/>
      <dgm:spPr/>
      <dgm:t>
        <a:bodyPr/>
        <a:lstStyle/>
        <a:p>
          <a:endParaRPr lang="en-GB"/>
        </a:p>
      </dgm:t>
    </dgm:pt>
    <dgm:pt modelId="{25154F97-02D8-BD4B-B452-89401465FBC1}" type="sibTrans" cxnId="{C89D7FD9-26FB-0F48-904D-4ED97A1C3200}">
      <dgm:prSet/>
      <dgm:spPr/>
      <dgm:t>
        <a:bodyPr/>
        <a:lstStyle/>
        <a:p>
          <a:endParaRPr lang="en-GB"/>
        </a:p>
      </dgm:t>
    </dgm:pt>
    <dgm:pt modelId="{08DCD969-B5D5-264B-B847-41844FC28417}">
      <dgm:prSet/>
      <dgm:spPr/>
      <dgm:t>
        <a:bodyPr/>
        <a:lstStyle/>
        <a:p>
          <a:pPr algn="l">
            <a:lnSpc>
              <a:spcPct val="90000"/>
            </a:lnSpc>
            <a:defRPr b="1"/>
          </a:pPr>
          <a:r>
            <a:rPr lang="en-GB" sz="1500">
              <a:solidFill>
                <a:srgbClr val="7F7F7F"/>
              </a:solidFill>
              <a:ea typeface="+mn-ea"/>
              <a:cs typeface="+mn-cs"/>
            </a:rPr>
            <a:t>Oct. 23</a:t>
          </a:r>
          <a:endParaRPr lang="en-GB" sz="1500" dirty="0">
            <a:solidFill>
              <a:srgbClr val="7F7F7F"/>
            </a:solidFill>
            <a:ea typeface="+mn-ea"/>
            <a:cs typeface="+mn-cs"/>
          </a:endParaRPr>
        </a:p>
      </dgm:t>
    </dgm:pt>
    <dgm:pt modelId="{F37A7440-5317-554B-84AC-AC8ABB7E3EFE}" type="parTrans" cxnId="{6BB344F7-3C89-A046-96AF-5928E67AC353}">
      <dgm:prSet/>
      <dgm:spPr/>
      <dgm:t>
        <a:bodyPr/>
        <a:lstStyle/>
        <a:p>
          <a:endParaRPr lang="en-GB"/>
        </a:p>
      </dgm:t>
    </dgm:pt>
    <dgm:pt modelId="{099B4DDA-1209-6D4B-AE32-47823D28C064}" type="sibTrans" cxnId="{6BB344F7-3C89-A046-96AF-5928E67AC353}">
      <dgm:prSet/>
      <dgm:spPr/>
      <dgm:t>
        <a:bodyPr/>
        <a:lstStyle/>
        <a:p>
          <a:endParaRPr lang="en-GB"/>
        </a:p>
      </dgm:t>
    </dgm:pt>
    <dgm:pt modelId="{E54B249A-FFC4-7D42-828E-0D3244CF9CC9}">
      <dgm:prSet/>
      <dgm:spPr/>
      <dgm:t>
        <a:bodyPr/>
        <a:lstStyle/>
        <a:p>
          <a:pPr algn="l">
            <a:lnSpc>
              <a:spcPct val="90000"/>
            </a:lnSpc>
          </a:pPr>
          <a:r>
            <a:rPr lang="en-GB" sz="1100" dirty="0">
              <a:ea typeface="+mn-ea"/>
              <a:cs typeface="+mn-cs"/>
            </a:rPr>
            <a:t>Start of PhD</a:t>
          </a:r>
        </a:p>
      </dgm:t>
    </dgm:pt>
    <dgm:pt modelId="{ACAE7130-908F-8F42-A930-4EE6D1ACC657}" type="parTrans" cxnId="{068CF86A-EFC9-DA47-89AE-92B09B243505}">
      <dgm:prSet/>
      <dgm:spPr/>
      <dgm:t>
        <a:bodyPr/>
        <a:lstStyle/>
        <a:p>
          <a:endParaRPr lang="en-GB"/>
        </a:p>
      </dgm:t>
    </dgm:pt>
    <dgm:pt modelId="{08F40291-1DCA-EA4A-86C7-124F6CA34225}" type="sibTrans" cxnId="{068CF86A-EFC9-DA47-89AE-92B09B243505}">
      <dgm:prSet/>
      <dgm:spPr/>
      <dgm:t>
        <a:bodyPr/>
        <a:lstStyle/>
        <a:p>
          <a:endParaRPr lang="en-GB"/>
        </a:p>
      </dgm:t>
    </dgm:pt>
    <dgm:pt modelId="{576162C5-288F-2847-85D8-2D3E596E2A61}">
      <dgm:prSet/>
      <dgm:spPr/>
      <dgm:t>
        <a:bodyPr/>
        <a:lstStyle/>
        <a:p>
          <a:pPr algn="l">
            <a:lnSpc>
              <a:spcPct val="90000"/>
            </a:lnSpc>
            <a:defRPr b="1"/>
          </a:pPr>
          <a:r>
            <a:rPr lang="en-GB" sz="1500" dirty="0">
              <a:solidFill>
                <a:srgbClr val="0070C0"/>
              </a:solidFill>
              <a:ea typeface="+mn-ea"/>
              <a:cs typeface="+mn-cs"/>
            </a:rPr>
            <a:t>Apr. 26</a:t>
          </a:r>
        </a:p>
      </dgm:t>
    </dgm:pt>
    <dgm:pt modelId="{6DEAE2B9-F5CD-F048-8816-CA1B4FA4F40B}" type="parTrans" cxnId="{D51DE180-CD9A-C94D-BFDB-A69D51B45CEE}">
      <dgm:prSet/>
      <dgm:spPr/>
      <dgm:t>
        <a:bodyPr/>
        <a:lstStyle/>
        <a:p>
          <a:endParaRPr lang="en-GB"/>
        </a:p>
      </dgm:t>
    </dgm:pt>
    <dgm:pt modelId="{C9EB2EDC-18E4-9444-AF10-9C943D27DDBD}" type="sibTrans" cxnId="{D51DE180-CD9A-C94D-BFDB-A69D51B45CEE}">
      <dgm:prSet/>
      <dgm:spPr/>
      <dgm:t>
        <a:bodyPr/>
        <a:lstStyle/>
        <a:p>
          <a:endParaRPr lang="en-GB"/>
        </a:p>
      </dgm:t>
    </dgm:pt>
    <dgm:pt modelId="{175DE024-72C2-DC43-B743-5832B8B44E5F}">
      <dgm:prSet/>
      <dgm:spPr/>
      <dgm:t>
        <a:bodyPr/>
        <a:lstStyle/>
        <a:p>
          <a:pPr algn="l">
            <a:lnSpc>
              <a:spcPct val="90000"/>
            </a:lnSpc>
          </a:pPr>
          <a:r>
            <a:rPr lang="en-US" sz="1100" dirty="0">
              <a:highlight>
                <a:srgbClr val="FFFF00"/>
              </a:highlight>
              <a:ea typeface="+mn-ea"/>
              <a:cs typeface="+mn-cs"/>
            </a:rPr>
            <a:t>3</a:t>
          </a:r>
          <a:r>
            <a:rPr lang="en-US" sz="1100" baseline="30000" dirty="0">
              <a:highlight>
                <a:srgbClr val="FFFF00"/>
              </a:highlight>
              <a:ea typeface="+mn-ea"/>
              <a:cs typeface="+mn-cs"/>
            </a:rPr>
            <a:t>rd</a:t>
          </a:r>
          <a:r>
            <a:rPr lang="en-US" sz="1100" dirty="0">
              <a:highlight>
                <a:srgbClr val="FFFF00"/>
              </a:highlight>
              <a:ea typeface="+mn-ea"/>
              <a:cs typeface="+mn-cs"/>
            </a:rPr>
            <a:t> Stakeholder Group meeting </a:t>
          </a:r>
          <a:r>
            <a:rPr lang="en-US" sz="1100" dirty="0">
              <a:ea typeface="+mn-ea"/>
              <a:cs typeface="+mn-cs"/>
            </a:rPr>
            <a:t>to present progress on the other activities</a:t>
          </a:r>
          <a:endParaRPr lang="en-GB" sz="1100" dirty="0">
            <a:ea typeface="+mn-ea"/>
            <a:cs typeface="+mn-cs"/>
          </a:endParaRPr>
        </a:p>
      </dgm:t>
    </dgm:pt>
    <dgm:pt modelId="{5A7DE9B9-2446-D240-8AC8-04EDD4C79701}" type="parTrans" cxnId="{F179D9D4-A83E-254B-8E51-214F8B4C959B}">
      <dgm:prSet/>
      <dgm:spPr/>
      <dgm:t>
        <a:bodyPr/>
        <a:lstStyle/>
        <a:p>
          <a:endParaRPr lang="en-GB"/>
        </a:p>
      </dgm:t>
    </dgm:pt>
    <dgm:pt modelId="{87FC55BA-38FD-0D46-A197-4DDBA4485C64}" type="sibTrans" cxnId="{F179D9D4-A83E-254B-8E51-214F8B4C959B}">
      <dgm:prSet/>
      <dgm:spPr/>
      <dgm:t>
        <a:bodyPr/>
        <a:lstStyle/>
        <a:p>
          <a:endParaRPr lang="en-GB"/>
        </a:p>
      </dgm:t>
    </dgm:pt>
    <dgm:pt modelId="{9CC2AC29-8AD6-7A42-AA3F-DA034A69FAEE}">
      <dgm:prSet/>
      <dgm:spPr/>
      <dgm:t>
        <a:bodyPr/>
        <a:lstStyle/>
        <a:p>
          <a:pPr algn="l">
            <a:lnSpc>
              <a:spcPct val="90000"/>
            </a:lnSpc>
            <a:defRPr b="1"/>
          </a:pPr>
          <a:r>
            <a:rPr lang="en-GB" sz="1500" dirty="0">
              <a:ea typeface="+mn-ea"/>
              <a:cs typeface="+mn-cs"/>
            </a:rPr>
            <a:t>Oct. 26</a:t>
          </a:r>
        </a:p>
      </dgm:t>
    </dgm:pt>
    <dgm:pt modelId="{ADA48C34-E6EB-E74F-83C1-6E9BE3D71657}" type="parTrans" cxnId="{0C83A087-EA94-944A-990E-244259EF86A7}">
      <dgm:prSet/>
      <dgm:spPr/>
      <dgm:t>
        <a:bodyPr/>
        <a:lstStyle/>
        <a:p>
          <a:endParaRPr lang="en-GB"/>
        </a:p>
      </dgm:t>
    </dgm:pt>
    <dgm:pt modelId="{CE4D278C-C547-9A41-B262-82C9CBCE3840}" type="sibTrans" cxnId="{0C83A087-EA94-944A-990E-244259EF86A7}">
      <dgm:prSet/>
      <dgm:spPr/>
      <dgm:t>
        <a:bodyPr/>
        <a:lstStyle/>
        <a:p>
          <a:endParaRPr lang="en-GB"/>
        </a:p>
      </dgm:t>
    </dgm:pt>
    <dgm:pt modelId="{CED392D1-5E7A-EF43-BE22-9F05E47E7D18}">
      <dgm:prSet/>
      <dgm:spPr/>
      <dgm:t>
        <a:bodyPr/>
        <a:lstStyle/>
        <a:p>
          <a:pPr algn="l">
            <a:lnSpc>
              <a:spcPct val="90000"/>
            </a:lnSpc>
          </a:pPr>
          <a:r>
            <a:rPr lang="en-GB" sz="1100" dirty="0">
              <a:highlight>
                <a:srgbClr val="FFFF00"/>
              </a:highlight>
              <a:ea typeface="+mn-ea"/>
              <a:cs typeface="+mn-cs"/>
            </a:rPr>
            <a:t>4th Stakeholder Group meeting</a:t>
          </a:r>
        </a:p>
      </dgm:t>
    </dgm:pt>
    <dgm:pt modelId="{6E32058B-0791-DE4F-86E1-424F1E3CCF33}" type="parTrans" cxnId="{07E54D5F-B194-234B-976E-5487E0051CA6}">
      <dgm:prSet/>
      <dgm:spPr/>
      <dgm:t>
        <a:bodyPr/>
        <a:lstStyle/>
        <a:p>
          <a:endParaRPr lang="en-GB"/>
        </a:p>
      </dgm:t>
    </dgm:pt>
    <dgm:pt modelId="{796603A4-616D-1045-AE42-CC2372A8168E}" type="sibTrans" cxnId="{07E54D5F-B194-234B-976E-5487E0051CA6}">
      <dgm:prSet/>
      <dgm:spPr/>
      <dgm:t>
        <a:bodyPr/>
        <a:lstStyle/>
        <a:p>
          <a:endParaRPr lang="en-GB"/>
        </a:p>
      </dgm:t>
    </dgm:pt>
    <dgm:pt modelId="{6B546915-3844-1C4B-A4F5-B7BC4BDD7FF1}">
      <dgm:prSet/>
      <dgm:spPr/>
      <dgm:t>
        <a:bodyPr/>
        <a:lstStyle/>
        <a:p>
          <a:pPr algn="l">
            <a:lnSpc>
              <a:spcPct val="90000"/>
            </a:lnSpc>
            <a:defRPr b="1"/>
          </a:pPr>
          <a:r>
            <a:rPr lang="en-GB" sz="1500" dirty="0">
              <a:ea typeface="+mn-ea"/>
              <a:cs typeface="+mn-cs"/>
            </a:rPr>
            <a:t>Apr. 27</a:t>
          </a:r>
        </a:p>
      </dgm:t>
    </dgm:pt>
    <dgm:pt modelId="{1FC43140-CBA7-DF40-95A3-91DA4A35AE7C}" type="parTrans" cxnId="{9109AB75-98E9-694A-88D2-33A648F59963}">
      <dgm:prSet/>
      <dgm:spPr/>
      <dgm:t>
        <a:bodyPr/>
        <a:lstStyle/>
        <a:p>
          <a:endParaRPr lang="en-GB"/>
        </a:p>
      </dgm:t>
    </dgm:pt>
    <dgm:pt modelId="{3E5BA7CA-A368-184F-8BE2-F23C6996E45A}" type="sibTrans" cxnId="{9109AB75-98E9-694A-88D2-33A648F59963}">
      <dgm:prSet/>
      <dgm:spPr/>
      <dgm:t>
        <a:bodyPr/>
        <a:lstStyle/>
        <a:p>
          <a:endParaRPr lang="en-GB"/>
        </a:p>
      </dgm:t>
    </dgm:pt>
    <dgm:pt modelId="{9AADB3F0-3C12-2545-8384-988D2A55F127}">
      <dgm:prSet/>
      <dgm:spPr/>
      <dgm:t>
        <a:bodyPr/>
        <a:lstStyle/>
        <a:p>
          <a:pPr algn="l">
            <a:lnSpc>
              <a:spcPct val="90000"/>
            </a:lnSpc>
          </a:pPr>
          <a:r>
            <a:rPr lang="en-GB" sz="1100" dirty="0">
              <a:highlight>
                <a:srgbClr val="FFFF00"/>
              </a:highlight>
              <a:ea typeface="+mn-ea"/>
              <a:cs typeface="+mn-cs"/>
            </a:rPr>
            <a:t>5th Stakeholder Group meeting</a:t>
          </a:r>
        </a:p>
      </dgm:t>
    </dgm:pt>
    <dgm:pt modelId="{D4FA899D-9FA9-3F4F-8046-BF4430D800F2}" type="parTrans" cxnId="{B9D6FC70-48D5-9245-84B7-487B5D015DA5}">
      <dgm:prSet/>
      <dgm:spPr/>
      <dgm:t>
        <a:bodyPr/>
        <a:lstStyle/>
        <a:p>
          <a:endParaRPr lang="en-GB"/>
        </a:p>
      </dgm:t>
    </dgm:pt>
    <dgm:pt modelId="{007C9D69-0074-134A-A661-D384DD346811}" type="sibTrans" cxnId="{B9D6FC70-48D5-9245-84B7-487B5D015DA5}">
      <dgm:prSet/>
      <dgm:spPr/>
      <dgm:t>
        <a:bodyPr/>
        <a:lstStyle/>
        <a:p>
          <a:endParaRPr lang="en-GB"/>
        </a:p>
      </dgm:t>
    </dgm:pt>
    <dgm:pt modelId="{F37772D2-CFD1-2840-A0AD-5588BFCFD386}">
      <dgm:prSet/>
      <dgm:spPr/>
      <dgm:t>
        <a:bodyPr/>
        <a:lstStyle/>
        <a:p>
          <a:pPr algn="l">
            <a:lnSpc>
              <a:spcPct val="90000"/>
            </a:lnSpc>
            <a:defRPr b="1"/>
          </a:pPr>
          <a:r>
            <a:rPr lang="en-GB" sz="1500" dirty="0">
              <a:ea typeface="+mn-ea"/>
              <a:cs typeface="+mn-cs"/>
            </a:rPr>
            <a:t>Sep. 26</a:t>
          </a:r>
        </a:p>
      </dgm:t>
    </dgm:pt>
    <dgm:pt modelId="{8F216A9E-1B19-A747-B8E1-A5D4BEDA8A30}" type="parTrans" cxnId="{CAF4B6C1-FEDA-8F46-A31E-0BB898EE0B23}">
      <dgm:prSet/>
      <dgm:spPr/>
      <dgm:t>
        <a:bodyPr/>
        <a:lstStyle/>
        <a:p>
          <a:endParaRPr lang="en-GB"/>
        </a:p>
      </dgm:t>
    </dgm:pt>
    <dgm:pt modelId="{B82A95A6-C6F7-EC46-9D05-5F75BEADF0E2}" type="sibTrans" cxnId="{CAF4B6C1-FEDA-8F46-A31E-0BB898EE0B23}">
      <dgm:prSet/>
      <dgm:spPr/>
      <dgm:t>
        <a:bodyPr/>
        <a:lstStyle/>
        <a:p>
          <a:endParaRPr lang="en-GB"/>
        </a:p>
      </dgm:t>
    </dgm:pt>
    <dgm:pt modelId="{99EB4546-F073-1F4C-81AA-7C5F57EF64EB}">
      <dgm:prSet/>
      <dgm:spPr/>
      <dgm:t>
        <a:bodyPr/>
        <a:lstStyle/>
        <a:p>
          <a:pPr algn="l">
            <a:lnSpc>
              <a:spcPct val="90000"/>
            </a:lnSpc>
          </a:pPr>
          <a:r>
            <a:rPr lang="en-GB" sz="1100" dirty="0">
              <a:ea typeface="+mn-ea"/>
              <a:cs typeface="+mn-cs"/>
            </a:rPr>
            <a:t>NOBUGS 15</a:t>
          </a:r>
        </a:p>
      </dgm:t>
    </dgm:pt>
    <dgm:pt modelId="{70FBF6B4-BE4D-0944-96E9-D0787FAF0C53}" type="parTrans" cxnId="{22742E01-FA54-4F47-B8F4-470B41969598}">
      <dgm:prSet/>
      <dgm:spPr/>
      <dgm:t>
        <a:bodyPr/>
        <a:lstStyle/>
        <a:p>
          <a:endParaRPr lang="en-GB"/>
        </a:p>
      </dgm:t>
    </dgm:pt>
    <dgm:pt modelId="{399B13BD-15A2-C841-8D74-F20AF15E9B73}" type="sibTrans" cxnId="{22742E01-FA54-4F47-B8F4-470B41969598}">
      <dgm:prSet/>
      <dgm:spPr/>
      <dgm:t>
        <a:bodyPr/>
        <a:lstStyle/>
        <a:p>
          <a:endParaRPr lang="en-GB"/>
        </a:p>
      </dgm:t>
    </dgm:pt>
    <dgm:pt modelId="{BB78594C-54DF-384E-B8E8-10AAB68AE73E}" type="pres">
      <dgm:prSet presAssocID="{A2FD5B97-95C2-4103-AC55-F9C6F410CED6}" presName="root" presStyleCnt="0">
        <dgm:presLayoutVars>
          <dgm:chMax/>
          <dgm:chPref/>
          <dgm:animLvl val="lvl"/>
        </dgm:presLayoutVars>
      </dgm:prSet>
      <dgm:spPr/>
    </dgm:pt>
    <dgm:pt modelId="{1D12DBCE-E4B3-5F44-838D-7A82E388D5A9}" type="pres">
      <dgm:prSet presAssocID="{A2FD5B97-95C2-4103-AC55-F9C6F410CED6}" presName="divider" presStyleLbl="fgAcc1" presStyleIdx="0" presStyleCnt="15"/>
      <dgm:spPr>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tailEnd type="triangle" w="lg" len="lg"/>
        </a:ln>
        <a:effectLst/>
      </dgm:spPr>
    </dgm:pt>
    <dgm:pt modelId="{055D9C99-045E-4048-B07B-42A2BD34991B}" type="pres">
      <dgm:prSet presAssocID="{A2FD5B97-95C2-4103-AC55-F9C6F410CED6}" presName="nodes" presStyleCnt="0">
        <dgm:presLayoutVars>
          <dgm:chMax/>
          <dgm:chPref/>
          <dgm:animLvl val="lvl"/>
        </dgm:presLayoutVars>
      </dgm:prSet>
      <dgm:spPr/>
    </dgm:pt>
    <dgm:pt modelId="{AACF30C5-9AC9-E847-8487-F41CFB34AE15}" type="pres">
      <dgm:prSet presAssocID="{08DCD969-B5D5-264B-B847-41844FC28417}" presName="composite" presStyleCnt="0"/>
      <dgm:spPr/>
    </dgm:pt>
    <dgm:pt modelId="{1CA92B62-4C57-854B-B37E-04B55D3E919C}" type="pres">
      <dgm:prSet presAssocID="{08DCD969-B5D5-264B-B847-41844FC28417}" presName="ConnectorPoint" presStyleLbl="lnNode1" presStyleIdx="0" presStyleCnt="14"/>
      <dgm:spPr>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4AF6278C-5019-0347-8CC5-88821DEAE11B}" type="pres">
      <dgm:prSet presAssocID="{08DCD969-B5D5-264B-B847-41844FC28417}" presName="DropPinPlaceHolder" presStyleCnt="0"/>
      <dgm:spPr/>
    </dgm:pt>
    <dgm:pt modelId="{0EB6E106-3816-4540-8E40-314C204A47B8}" type="pres">
      <dgm:prSet presAssocID="{08DCD969-B5D5-264B-B847-41844FC28417}" presName="DropPin" presStyleLbl="alignNode1" presStyleIdx="0" presStyleCnt="14"/>
      <dgm:spPr/>
    </dgm:pt>
    <dgm:pt modelId="{AEEA75F2-8735-4044-A425-6B04D6880C30}" type="pres">
      <dgm:prSet presAssocID="{08DCD969-B5D5-264B-B847-41844FC28417}" presName="Ellipse" presStyleLbl="fgAcc1" presStyleIdx="1" presStyleCnt="15"/>
      <dgm:spPr>
        <a:solidFill>
          <a:schemeClr val="lt1">
            <a:alpha val="90000"/>
            <a:hueOff val="0"/>
            <a:satOff val="0"/>
            <a:lumOff val="0"/>
            <a:alphaOff val="0"/>
          </a:schemeClr>
        </a:solidFill>
        <a:ln w="12700" cap="flat" cmpd="sng" algn="ctr">
          <a:noFill/>
          <a:prstDash val="solid"/>
          <a:miter lim="800000"/>
        </a:ln>
        <a:effectLst/>
      </dgm:spPr>
    </dgm:pt>
    <dgm:pt modelId="{8EDBE1AA-B365-3041-B759-52A1172D5CF7}" type="pres">
      <dgm:prSet presAssocID="{08DCD969-B5D5-264B-B847-41844FC28417}" presName="L2TextContainer" presStyleLbl="revTx" presStyleIdx="0" presStyleCnt="28">
        <dgm:presLayoutVars>
          <dgm:bulletEnabled val="1"/>
        </dgm:presLayoutVars>
      </dgm:prSet>
      <dgm:spPr/>
    </dgm:pt>
    <dgm:pt modelId="{149DE084-1B48-C141-8F99-9A10F1A0C326}" type="pres">
      <dgm:prSet presAssocID="{08DCD969-B5D5-264B-B847-41844FC28417}" presName="L1TextContainer" presStyleLbl="revTx" presStyleIdx="1" presStyleCnt="28">
        <dgm:presLayoutVars>
          <dgm:chMax val="1"/>
          <dgm:chPref val="1"/>
          <dgm:bulletEnabled val="1"/>
        </dgm:presLayoutVars>
      </dgm:prSet>
      <dgm:spPr/>
    </dgm:pt>
    <dgm:pt modelId="{2F1A1D30-1B32-1F48-B43D-1C8795D0D3AE}" type="pres">
      <dgm:prSet presAssocID="{08DCD969-B5D5-264B-B847-41844FC28417}" presName="ConnectLine" presStyleLbl="sibTrans1D1" presStyleIdx="0" presStyleCnt="14"/>
      <dgm:spPr>
        <a:noFill/>
        <a:ln w="12700" cap="flat" cmpd="sng" algn="ctr">
          <a:solidFill>
            <a:schemeClr val="accent2">
              <a:hueOff val="0"/>
              <a:satOff val="0"/>
              <a:lumOff val="0"/>
              <a:alphaOff val="0"/>
            </a:schemeClr>
          </a:solidFill>
          <a:prstDash val="dash"/>
          <a:miter lim="800000"/>
        </a:ln>
        <a:effectLst/>
      </dgm:spPr>
    </dgm:pt>
    <dgm:pt modelId="{1125D877-8B4E-6F4E-AFC0-33AA9EA0F307}" type="pres">
      <dgm:prSet presAssocID="{08DCD969-B5D5-264B-B847-41844FC28417}" presName="EmptyPlaceHolder" presStyleCnt="0"/>
      <dgm:spPr/>
    </dgm:pt>
    <dgm:pt modelId="{C3A9A294-68A2-CB43-807D-5C3D5207D171}" type="pres">
      <dgm:prSet presAssocID="{099B4DDA-1209-6D4B-AE32-47823D28C064}" presName="spaceBetweenRectangles" presStyleCnt="0"/>
      <dgm:spPr/>
    </dgm:pt>
    <dgm:pt modelId="{92AECE56-409F-A144-A896-BE2904B60A2A}" type="pres">
      <dgm:prSet presAssocID="{9C5FBA33-4555-9E49-B4B0-D0CE47D420C2}" presName="composite" presStyleCnt="0"/>
      <dgm:spPr/>
    </dgm:pt>
    <dgm:pt modelId="{4A0AD89C-EF19-DE42-8748-356F2006A026}" type="pres">
      <dgm:prSet presAssocID="{9C5FBA33-4555-9E49-B4B0-D0CE47D420C2}" presName="ConnectorPoint" presStyleLbl="lnNode1" presStyleIdx="1" presStyleCnt="14"/>
      <dgm:spPr>
        <a:solidFill>
          <a:schemeClr val="accent2">
            <a:hueOff val="119674"/>
            <a:satOff val="20"/>
            <a:lumOff val="75"/>
            <a:alphaOff val="0"/>
          </a:schemeClr>
        </a:solidFill>
        <a:ln w="6350" cap="flat" cmpd="sng" algn="ctr">
          <a:solidFill>
            <a:schemeClr val="lt1">
              <a:hueOff val="0"/>
              <a:satOff val="0"/>
              <a:lumOff val="0"/>
              <a:alphaOff val="0"/>
            </a:schemeClr>
          </a:solidFill>
          <a:prstDash val="solid"/>
          <a:miter lim="800000"/>
        </a:ln>
        <a:effectLst/>
      </dgm:spPr>
    </dgm:pt>
    <dgm:pt modelId="{2D1F3D66-6776-D249-AE89-B636264281D5}" type="pres">
      <dgm:prSet presAssocID="{9C5FBA33-4555-9E49-B4B0-D0CE47D420C2}" presName="DropPinPlaceHolder" presStyleCnt="0"/>
      <dgm:spPr/>
    </dgm:pt>
    <dgm:pt modelId="{E04F9DC7-D2C1-F242-B25C-D3184298F499}" type="pres">
      <dgm:prSet presAssocID="{9C5FBA33-4555-9E49-B4B0-D0CE47D420C2}" presName="DropPin" presStyleLbl="alignNode1" presStyleIdx="1" presStyleCnt="14"/>
      <dgm:spPr/>
    </dgm:pt>
    <dgm:pt modelId="{898721BC-F3CF-5C47-AA97-98ED277C5FDB}" type="pres">
      <dgm:prSet presAssocID="{9C5FBA33-4555-9E49-B4B0-D0CE47D420C2}" presName="Ellipse" presStyleLbl="fgAcc1" presStyleIdx="2" presStyleCnt="15"/>
      <dgm:spPr>
        <a:solidFill>
          <a:schemeClr val="lt1">
            <a:alpha val="90000"/>
            <a:hueOff val="0"/>
            <a:satOff val="0"/>
            <a:lumOff val="0"/>
            <a:alphaOff val="0"/>
          </a:schemeClr>
        </a:solidFill>
        <a:ln w="12700" cap="flat" cmpd="sng" algn="ctr">
          <a:noFill/>
          <a:prstDash val="solid"/>
          <a:miter lim="800000"/>
        </a:ln>
        <a:effectLst/>
      </dgm:spPr>
    </dgm:pt>
    <dgm:pt modelId="{CB88406B-D87B-4A4A-B2F3-E7AF61AAAAA4}" type="pres">
      <dgm:prSet presAssocID="{9C5FBA33-4555-9E49-B4B0-D0CE47D420C2}" presName="L2TextContainer" presStyleLbl="revTx" presStyleIdx="2" presStyleCnt="28">
        <dgm:presLayoutVars>
          <dgm:bulletEnabled val="1"/>
        </dgm:presLayoutVars>
      </dgm:prSet>
      <dgm:spPr/>
    </dgm:pt>
    <dgm:pt modelId="{41ADF357-89B3-DC46-9284-7070652F27FE}" type="pres">
      <dgm:prSet presAssocID="{9C5FBA33-4555-9E49-B4B0-D0CE47D420C2}" presName="L1TextContainer" presStyleLbl="revTx" presStyleIdx="3" presStyleCnt="28">
        <dgm:presLayoutVars>
          <dgm:chMax val="1"/>
          <dgm:chPref val="1"/>
          <dgm:bulletEnabled val="1"/>
        </dgm:presLayoutVars>
      </dgm:prSet>
      <dgm:spPr/>
    </dgm:pt>
    <dgm:pt modelId="{5C81CE47-1981-3C4C-B311-E3EA4316DFA0}" type="pres">
      <dgm:prSet presAssocID="{9C5FBA33-4555-9E49-B4B0-D0CE47D420C2}" presName="ConnectLine" presStyleLbl="sibTrans1D1" presStyleIdx="1" presStyleCnt="14"/>
      <dgm:spPr>
        <a:noFill/>
        <a:ln w="12700" cap="flat" cmpd="sng" algn="ctr">
          <a:solidFill>
            <a:schemeClr val="accent2">
              <a:hueOff val="119674"/>
              <a:satOff val="20"/>
              <a:lumOff val="75"/>
              <a:alphaOff val="0"/>
            </a:schemeClr>
          </a:solidFill>
          <a:prstDash val="dash"/>
          <a:miter lim="800000"/>
        </a:ln>
        <a:effectLst/>
      </dgm:spPr>
    </dgm:pt>
    <dgm:pt modelId="{F11C24C0-F4D0-AD4B-8F35-6E255387054D}" type="pres">
      <dgm:prSet presAssocID="{9C5FBA33-4555-9E49-B4B0-D0CE47D420C2}" presName="EmptyPlaceHolder" presStyleCnt="0"/>
      <dgm:spPr/>
    </dgm:pt>
    <dgm:pt modelId="{5ED4ADEC-4127-E345-8E34-D87078FA4AB4}" type="pres">
      <dgm:prSet presAssocID="{83CA31CC-F049-DA43-94A8-7709B8AB279E}" presName="spaceBetweenRectangles" presStyleCnt="0"/>
      <dgm:spPr/>
    </dgm:pt>
    <dgm:pt modelId="{49575452-48AF-B144-B8CF-F4E0098690FA}" type="pres">
      <dgm:prSet presAssocID="{97B21AF9-471E-0344-A38F-1DD441E117DC}" presName="composite" presStyleCnt="0"/>
      <dgm:spPr/>
    </dgm:pt>
    <dgm:pt modelId="{81A62A99-347E-C347-A0FD-C25802B8AF4B}" type="pres">
      <dgm:prSet presAssocID="{97B21AF9-471E-0344-A38F-1DD441E117DC}" presName="ConnectorPoint" presStyleLbl="lnNode1" presStyleIdx="2" presStyleCnt="14"/>
      <dgm:spPr>
        <a:solidFill>
          <a:schemeClr val="accent2">
            <a:hueOff val="172863"/>
            <a:satOff val="29"/>
            <a:lumOff val="109"/>
            <a:alphaOff val="0"/>
          </a:schemeClr>
        </a:solidFill>
        <a:ln w="6350" cap="flat" cmpd="sng" algn="ctr">
          <a:solidFill>
            <a:schemeClr val="lt1">
              <a:hueOff val="0"/>
              <a:satOff val="0"/>
              <a:lumOff val="0"/>
              <a:alphaOff val="0"/>
            </a:schemeClr>
          </a:solidFill>
          <a:prstDash val="solid"/>
          <a:miter lim="800000"/>
        </a:ln>
        <a:effectLst/>
      </dgm:spPr>
    </dgm:pt>
    <dgm:pt modelId="{308B6E28-AE6E-6846-97C0-47590CC13F2E}" type="pres">
      <dgm:prSet presAssocID="{97B21AF9-471E-0344-A38F-1DD441E117DC}" presName="DropPinPlaceHolder" presStyleCnt="0"/>
      <dgm:spPr/>
    </dgm:pt>
    <dgm:pt modelId="{3420F430-0A81-2744-9FF0-62059C77A764}" type="pres">
      <dgm:prSet presAssocID="{97B21AF9-471E-0344-A38F-1DD441E117DC}" presName="DropPin" presStyleLbl="alignNode1" presStyleIdx="2" presStyleCnt="14"/>
      <dgm:spPr/>
    </dgm:pt>
    <dgm:pt modelId="{BABD99EE-5705-FB4E-8E6E-7DEE7888DE76}" type="pres">
      <dgm:prSet presAssocID="{97B21AF9-471E-0344-A38F-1DD441E117DC}" presName="Ellipse" presStyleLbl="fgAcc1" presStyleIdx="3" presStyleCnt="15"/>
      <dgm:spPr>
        <a:solidFill>
          <a:schemeClr val="lt1">
            <a:alpha val="90000"/>
            <a:hueOff val="0"/>
            <a:satOff val="0"/>
            <a:lumOff val="0"/>
            <a:alphaOff val="0"/>
          </a:schemeClr>
        </a:solidFill>
        <a:ln w="12700" cap="flat" cmpd="sng" algn="ctr">
          <a:noFill/>
          <a:prstDash val="solid"/>
          <a:miter lim="800000"/>
        </a:ln>
        <a:effectLst/>
      </dgm:spPr>
    </dgm:pt>
    <dgm:pt modelId="{A8FC9523-CD56-F442-8B5B-C267B47F8047}" type="pres">
      <dgm:prSet presAssocID="{97B21AF9-471E-0344-A38F-1DD441E117DC}" presName="L2TextContainer" presStyleLbl="revTx" presStyleIdx="4" presStyleCnt="28">
        <dgm:presLayoutVars>
          <dgm:bulletEnabled val="1"/>
        </dgm:presLayoutVars>
      </dgm:prSet>
      <dgm:spPr/>
    </dgm:pt>
    <dgm:pt modelId="{A8D99AFD-9934-7C43-8DE2-11F2F81352D7}" type="pres">
      <dgm:prSet presAssocID="{97B21AF9-471E-0344-A38F-1DD441E117DC}" presName="L1TextContainer" presStyleLbl="revTx" presStyleIdx="5" presStyleCnt="28">
        <dgm:presLayoutVars>
          <dgm:chMax val="1"/>
          <dgm:chPref val="1"/>
          <dgm:bulletEnabled val="1"/>
        </dgm:presLayoutVars>
      </dgm:prSet>
      <dgm:spPr/>
    </dgm:pt>
    <dgm:pt modelId="{93AB47D4-13D5-274F-B3F7-F7CE2B14F566}" type="pres">
      <dgm:prSet presAssocID="{97B21AF9-471E-0344-A38F-1DD441E117DC}" presName="ConnectLine" presStyleLbl="sibTrans1D1" presStyleIdx="2" presStyleCnt="14"/>
      <dgm:spPr>
        <a:noFill/>
        <a:ln w="12700" cap="flat" cmpd="sng" algn="ctr">
          <a:solidFill>
            <a:schemeClr val="accent2">
              <a:hueOff val="172863"/>
              <a:satOff val="29"/>
              <a:lumOff val="109"/>
              <a:alphaOff val="0"/>
            </a:schemeClr>
          </a:solidFill>
          <a:prstDash val="dash"/>
          <a:miter lim="800000"/>
        </a:ln>
        <a:effectLst/>
      </dgm:spPr>
    </dgm:pt>
    <dgm:pt modelId="{90405B47-DEAB-EC42-A3AD-17CE10D44B87}" type="pres">
      <dgm:prSet presAssocID="{97B21AF9-471E-0344-A38F-1DD441E117DC}" presName="EmptyPlaceHolder" presStyleCnt="0"/>
      <dgm:spPr/>
    </dgm:pt>
    <dgm:pt modelId="{C6245397-97B6-EB41-A6F6-37F2E372602A}" type="pres">
      <dgm:prSet presAssocID="{BD584AD3-4111-BA48-91DF-DECD0CE9D638}" presName="spaceBetweenRectangles" presStyleCnt="0"/>
      <dgm:spPr/>
    </dgm:pt>
    <dgm:pt modelId="{C3DFAF3E-8F0E-AE42-B523-AF71934A74DC}" type="pres">
      <dgm:prSet presAssocID="{04D19084-DB7C-E34E-BE40-DD44D2574CAB}" presName="composite" presStyleCnt="0"/>
      <dgm:spPr/>
    </dgm:pt>
    <dgm:pt modelId="{29513856-6C9A-1141-90E3-94B6E2D2F163}" type="pres">
      <dgm:prSet presAssocID="{04D19084-DB7C-E34E-BE40-DD44D2574CAB}" presName="ConnectorPoint" presStyleLbl="lnNode1" presStyleIdx="3" presStyleCnt="14"/>
      <dgm:spPr>
        <a:solidFill>
          <a:schemeClr val="accent2">
            <a:hueOff val="345726"/>
            <a:satOff val="58"/>
            <a:lumOff val="218"/>
            <a:alphaOff val="0"/>
          </a:schemeClr>
        </a:solidFill>
        <a:ln w="6350" cap="flat" cmpd="sng" algn="ctr">
          <a:solidFill>
            <a:schemeClr val="lt1">
              <a:hueOff val="0"/>
              <a:satOff val="0"/>
              <a:lumOff val="0"/>
              <a:alphaOff val="0"/>
            </a:schemeClr>
          </a:solidFill>
          <a:prstDash val="solid"/>
          <a:miter lim="800000"/>
        </a:ln>
        <a:effectLst/>
      </dgm:spPr>
    </dgm:pt>
    <dgm:pt modelId="{75D5A2E9-25DA-7E43-A5D2-1B5A86503962}" type="pres">
      <dgm:prSet presAssocID="{04D19084-DB7C-E34E-BE40-DD44D2574CAB}" presName="DropPinPlaceHolder" presStyleCnt="0"/>
      <dgm:spPr/>
    </dgm:pt>
    <dgm:pt modelId="{7608958B-B759-AE4B-8977-52A16DEE0FAE}" type="pres">
      <dgm:prSet presAssocID="{04D19084-DB7C-E34E-BE40-DD44D2574CAB}" presName="DropPin" presStyleLbl="alignNode1" presStyleIdx="3" presStyleCnt="14"/>
      <dgm:spPr/>
    </dgm:pt>
    <dgm:pt modelId="{81CAB19E-A106-9F48-A264-6A5D571EBA49}" type="pres">
      <dgm:prSet presAssocID="{04D19084-DB7C-E34E-BE40-DD44D2574CAB}" presName="Ellipse" presStyleLbl="fgAcc1" presStyleIdx="4" presStyleCnt="15"/>
      <dgm:spPr>
        <a:solidFill>
          <a:schemeClr val="lt1">
            <a:alpha val="90000"/>
            <a:hueOff val="0"/>
            <a:satOff val="0"/>
            <a:lumOff val="0"/>
            <a:alphaOff val="0"/>
          </a:schemeClr>
        </a:solidFill>
        <a:ln w="12700" cap="flat" cmpd="sng" algn="ctr">
          <a:noFill/>
          <a:prstDash val="solid"/>
          <a:miter lim="800000"/>
        </a:ln>
        <a:effectLst/>
      </dgm:spPr>
    </dgm:pt>
    <dgm:pt modelId="{3168CE24-7D45-3E48-9231-A0C5A8297E3C}" type="pres">
      <dgm:prSet presAssocID="{04D19084-DB7C-E34E-BE40-DD44D2574CAB}" presName="L2TextContainer" presStyleLbl="revTx" presStyleIdx="6" presStyleCnt="28">
        <dgm:presLayoutVars>
          <dgm:bulletEnabled val="1"/>
        </dgm:presLayoutVars>
      </dgm:prSet>
      <dgm:spPr/>
    </dgm:pt>
    <dgm:pt modelId="{4F324418-53CF-534F-A36B-A1F7484BF718}" type="pres">
      <dgm:prSet presAssocID="{04D19084-DB7C-E34E-BE40-DD44D2574CAB}" presName="L1TextContainer" presStyleLbl="revTx" presStyleIdx="7" presStyleCnt="28">
        <dgm:presLayoutVars>
          <dgm:chMax val="1"/>
          <dgm:chPref val="1"/>
          <dgm:bulletEnabled val="1"/>
        </dgm:presLayoutVars>
      </dgm:prSet>
      <dgm:spPr/>
    </dgm:pt>
    <dgm:pt modelId="{33D07530-6618-3847-BB85-BD4EB0350CAA}" type="pres">
      <dgm:prSet presAssocID="{04D19084-DB7C-E34E-BE40-DD44D2574CAB}" presName="ConnectLine" presStyleLbl="sibTrans1D1" presStyleIdx="3" presStyleCnt="14"/>
      <dgm:spPr>
        <a:noFill/>
        <a:ln w="12700" cap="flat" cmpd="sng" algn="ctr">
          <a:solidFill>
            <a:schemeClr val="accent2">
              <a:hueOff val="345726"/>
              <a:satOff val="58"/>
              <a:lumOff val="218"/>
              <a:alphaOff val="0"/>
            </a:schemeClr>
          </a:solidFill>
          <a:prstDash val="dash"/>
          <a:miter lim="800000"/>
        </a:ln>
        <a:effectLst/>
      </dgm:spPr>
    </dgm:pt>
    <dgm:pt modelId="{9577559F-44FF-E74B-8EF0-9C9ED9F1237F}" type="pres">
      <dgm:prSet presAssocID="{04D19084-DB7C-E34E-BE40-DD44D2574CAB}" presName="EmptyPlaceHolder" presStyleCnt="0"/>
      <dgm:spPr/>
    </dgm:pt>
    <dgm:pt modelId="{779E25E6-381F-DB4F-815A-E0E6A95DFBF8}" type="pres">
      <dgm:prSet presAssocID="{AECD2B34-BFE0-4546-A8DD-8DA142AFCE31}" presName="spaceBetweenRectangles" presStyleCnt="0"/>
      <dgm:spPr/>
    </dgm:pt>
    <dgm:pt modelId="{C503976D-30D5-9544-BA31-1223D8058B01}" type="pres">
      <dgm:prSet presAssocID="{9084199E-0530-2546-B054-C0B1581016CE}" presName="composite" presStyleCnt="0"/>
      <dgm:spPr/>
    </dgm:pt>
    <dgm:pt modelId="{E7ACE7A5-3C2D-2B4F-A277-CA59E8257C10}" type="pres">
      <dgm:prSet presAssocID="{9084199E-0530-2546-B054-C0B1581016CE}" presName="ConnectorPoint" presStyleLbl="lnNode1" presStyleIdx="4" presStyleCnt="14"/>
      <dgm:spPr>
        <a:solidFill>
          <a:schemeClr val="accent2">
            <a:hueOff val="478697"/>
            <a:satOff val="80"/>
            <a:lumOff val="302"/>
            <a:alphaOff val="0"/>
          </a:schemeClr>
        </a:solidFill>
        <a:ln w="6350" cap="flat" cmpd="sng" algn="ctr">
          <a:solidFill>
            <a:schemeClr val="lt1">
              <a:hueOff val="0"/>
              <a:satOff val="0"/>
              <a:lumOff val="0"/>
              <a:alphaOff val="0"/>
            </a:schemeClr>
          </a:solidFill>
          <a:prstDash val="solid"/>
          <a:miter lim="800000"/>
        </a:ln>
        <a:effectLst/>
      </dgm:spPr>
    </dgm:pt>
    <dgm:pt modelId="{35FE7D57-91AB-0740-8FB7-FE0AC4D56672}" type="pres">
      <dgm:prSet presAssocID="{9084199E-0530-2546-B054-C0B1581016CE}" presName="DropPinPlaceHolder" presStyleCnt="0"/>
      <dgm:spPr/>
    </dgm:pt>
    <dgm:pt modelId="{847BF021-9526-D54B-AE7E-76900FCB1B05}" type="pres">
      <dgm:prSet presAssocID="{9084199E-0530-2546-B054-C0B1581016CE}" presName="DropPin" presStyleLbl="alignNode1" presStyleIdx="4" presStyleCnt="14"/>
      <dgm:spPr/>
    </dgm:pt>
    <dgm:pt modelId="{47FE3EE6-88C6-9742-8D33-A4C5FCB91F55}" type="pres">
      <dgm:prSet presAssocID="{9084199E-0530-2546-B054-C0B1581016CE}" presName="Ellipse" presStyleLbl="fgAcc1" presStyleIdx="5" presStyleCnt="15"/>
      <dgm:spPr>
        <a:solidFill>
          <a:schemeClr val="lt1">
            <a:alpha val="90000"/>
            <a:hueOff val="0"/>
            <a:satOff val="0"/>
            <a:lumOff val="0"/>
            <a:alphaOff val="0"/>
          </a:schemeClr>
        </a:solidFill>
        <a:ln w="12700" cap="flat" cmpd="sng" algn="ctr">
          <a:noFill/>
          <a:prstDash val="solid"/>
          <a:miter lim="800000"/>
        </a:ln>
        <a:effectLst/>
      </dgm:spPr>
    </dgm:pt>
    <dgm:pt modelId="{73182A5D-DD6B-294C-9DA2-3D9D6D583CA4}" type="pres">
      <dgm:prSet presAssocID="{9084199E-0530-2546-B054-C0B1581016CE}" presName="L2TextContainer" presStyleLbl="revTx" presStyleIdx="8" presStyleCnt="28">
        <dgm:presLayoutVars>
          <dgm:bulletEnabled val="1"/>
        </dgm:presLayoutVars>
      </dgm:prSet>
      <dgm:spPr/>
    </dgm:pt>
    <dgm:pt modelId="{4519A563-0361-8640-9F94-7F34A8CD6764}" type="pres">
      <dgm:prSet presAssocID="{9084199E-0530-2546-B054-C0B1581016CE}" presName="L1TextContainer" presStyleLbl="revTx" presStyleIdx="9" presStyleCnt="28">
        <dgm:presLayoutVars>
          <dgm:chMax val="1"/>
          <dgm:chPref val="1"/>
          <dgm:bulletEnabled val="1"/>
        </dgm:presLayoutVars>
      </dgm:prSet>
      <dgm:spPr/>
    </dgm:pt>
    <dgm:pt modelId="{60950E89-7F61-964E-A2EE-BD0F1FFA1115}" type="pres">
      <dgm:prSet presAssocID="{9084199E-0530-2546-B054-C0B1581016CE}" presName="ConnectLine" presStyleLbl="sibTrans1D1" presStyleIdx="4" presStyleCnt="14"/>
      <dgm:spPr>
        <a:noFill/>
        <a:ln w="12700" cap="flat" cmpd="sng" algn="ctr">
          <a:solidFill>
            <a:schemeClr val="accent2">
              <a:hueOff val="478697"/>
              <a:satOff val="80"/>
              <a:lumOff val="302"/>
              <a:alphaOff val="0"/>
            </a:schemeClr>
          </a:solidFill>
          <a:prstDash val="dash"/>
          <a:miter lim="800000"/>
        </a:ln>
        <a:effectLst/>
      </dgm:spPr>
    </dgm:pt>
    <dgm:pt modelId="{BD73F446-1761-EA46-B4A6-57E9AF0290B2}" type="pres">
      <dgm:prSet presAssocID="{9084199E-0530-2546-B054-C0B1581016CE}" presName="EmptyPlaceHolder" presStyleCnt="0"/>
      <dgm:spPr/>
    </dgm:pt>
    <dgm:pt modelId="{60B9A574-3AFB-C14F-8EF2-5101EA2A52E0}" type="pres">
      <dgm:prSet presAssocID="{E65BF2C0-CDD8-C94C-B628-493EC8B49F99}" presName="spaceBetweenRectangles" presStyleCnt="0"/>
      <dgm:spPr/>
    </dgm:pt>
    <dgm:pt modelId="{EEACAB19-0871-7E4C-A9F6-FCE0CDB70107}" type="pres">
      <dgm:prSet presAssocID="{93A07204-8101-4E75-B952-FD96C7C1B8A6}" presName="composite" presStyleCnt="0"/>
      <dgm:spPr/>
    </dgm:pt>
    <dgm:pt modelId="{67EE10C8-D928-7942-8665-0B28296279CC}" type="pres">
      <dgm:prSet presAssocID="{93A07204-8101-4E75-B952-FD96C7C1B8A6}" presName="ConnectorPoint" presStyleLbl="lnNode1" presStyleIdx="5" presStyleCnt="14"/>
      <dgm:spPr>
        <a:solidFill>
          <a:schemeClr val="accent2">
            <a:hueOff val="691451"/>
            <a:satOff val="116"/>
            <a:lumOff val="436"/>
            <a:alphaOff val="0"/>
          </a:schemeClr>
        </a:solidFill>
        <a:ln w="6350" cap="flat" cmpd="sng" algn="ctr">
          <a:solidFill>
            <a:schemeClr val="lt1">
              <a:hueOff val="0"/>
              <a:satOff val="0"/>
              <a:lumOff val="0"/>
              <a:alphaOff val="0"/>
            </a:schemeClr>
          </a:solidFill>
          <a:prstDash val="solid"/>
          <a:miter lim="800000"/>
        </a:ln>
        <a:effectLst/>
      </dgm:spPr>
    </dgm:pt>
    <dgm:pt modelId="{E5DE5469-E712-744E-B93E-6D7718D8A642}" type="pres">
      <dgm:prSet presAssocID="{93A07204-8101-4E75-B952-FD96C7C1B8A6}" presName="DropPinPlaceHolder" presStyleCnt="0"/>
      <dgm:spPr/>
    </dgm:pt>
    <dgm:pt modelId="{C6590A8E-E533-B348-9B5B-8AF86099D238}" type="pres">
      <dgm:prSet presAssocID="{93A07204-8101-4E75-B952-FD96C7C1B8A6}" presName="DropPin" presStyleLbl="alignNode1" presStyleIdx="5" presStyleCnt="14"/>
      <dgm:spPr/>
    </dgm:pt>
    <dgm:pt modelId="{38012993-0642-6B48-A32D-A7D1E68DD2CB}" type="pres">
      <dgm:prSet presAssocID="{93A07204-8101-4E75-B952-FD96C7C1B8A6}" presName="Ellipse" presStyleLbl="fgAcc1" presStyleIdx="6" presStyleCnt="15"/>
      <dgm:spPr>
        <a:solidFill>
          <a:schemeClr val="lt1">
            <a:alpha val="90000"/>
            <a:hueOff val="0"/>
            <a:satOff val="0"/>
            <a:lumOff val="0"/>
            <a:alphaOff val="0"/>
          </a:schemeClr>
        </a:solidFill>
        <a:ln w="19050" cap="flat" cmpd="sng" algn="ctr">
          <a:noFill/>
          <a:prstDash val="solid"/>
          <a:miter lim="800000"/>
        </a:ln>
        <a:effectLst/>
      </dgm:spPr>
    </dgm:pt>
    <dgm:pt modelId="{59FA1A88-2F53-7A49-856D-56586EB90A73}" type="pres">
      <dgm:prSet presAssocID="{93A07204-8101-4E75-B952-FD96C7C1B8A6}" presName="L2TextContainer" presStyleLbl="revTx" presStyleIdx="10" presStyleCnt="28">
        <dgm:presLayoutVars>
          <dgm:bulletEnabled val="1"/>
        </dgm:presLayoutVars>
      </dgm:prSet>
      <dgm:spPr/>
    </dgm:pt>
    <dgm:pt modelId="{AC036271-CE11-AA42-A170-2F5608034FA3}" type="pres">
      <dgm:prSet presAssocID="{93A07204-8101-4E75-B952-FD96C7C1B8A6}" presName="L1TextContainer" presStyleLbl="revTx" presStyleIdx="11" presStyleCnt="28">
        <dgm:presLayoutVars>
          <dgm:chMax val="1"/>
          <dgm:chPref val="1"/>
          <dgm:bulletEnabled val="1"/>
        </dgm:presLayoutVars>
      </dgm:prSet>
      <dgm:spPr/>
    </dgm:pt>
    <dgm:pt modelId="{3888E333-C364-4E47-BA04-A9B0A24132CC}" type="pres">
      <dgm:prSet presAssocID="{93A07204-8101-4E75-B952-FD96C7C1B8A6}" presName="ConnectLine" presStyleLbl="sibTrans1D1" presStyleIdx="5" presStyleCnt="14"/>
      <dgm:spPr>
        <a:noFill/>
        <a:ln w="12700" cap="flat" cmpd="sng" algn="ctr">
          <a:solidFill>
            <a:schemeClr val="accent2">
              <a:hueOff val="691451"/>
              <a:satOff val="116"/>
              <a:lumOff val="436"/>
              <a:alphaOff val="0"/>
            </a:schemeClr>
          </a:solidFill>
          <a:prstDash val="dash"/>
          <a:miter lim="800000"/>
        </a:ln>
        <a:effectLst/>
      </dgm:spPr>
    </dgm:pt>
    <dgm:pt modelId="{56EDAEAE-713E-7B45-9D94-9409AB60707C}" type="pres">
      <dgm:prSet presAssocID="{93A07204-8101-4E75-B952-FD96C7C1B8A6}" presName="EmptyPlaceHolder" presStyleCnt="0"/>
      <dgm:spPr/>
    </dgm:pt>
    <dgm:pt modelId="{9C1A592B-DF61-764A-A8FD-B3E509B212F5}" type="pres">
      <dgm:prSet presAssocID="{D6B12E3F-79A1-4BBF-9150-62323864D1DE}" presName="spaceBetweenRectangles" presStyleCnt="0"/>
      <dgm:spPr/>
    </dgm:pt>
    <dgm:pt modelId="{E879A20E-BE5D-4B45-BF7F-38D261F2545D}" type="pres">
      <dgm:prSet presAssocID="{1BD39EFD-76E0-4045-A07D-9F893B06981F}" presName="composite" presStyleCnt="0"/>
      <dgm:spPr/>
    </dgm:pt>
    <dgm:pt modelId="{78E8F1A5-FEC5-8541-AED9-35FE8DA3EB70}" type="pres">
      <dgm:prSet presAssocID="{1BD39EFD-76E0-4045-A07D-9F893B06981F}" presName="ConnectorPoint" presStyleLbl="lnNode1" presStyleIdx="6" presStyleCnt="14"/>
      <dgm:spPr>
        <a:solidFill>
          <a:schemeClr val="accent2">
            <a:hueOff val="1288722"/>
            <a:satOff val="-3699"/>
            <a:lumOff val="-5922"/>
            <a:alphaOff val="0"/>
          </a:schemeClr>
        </a:solidFill>
        <a:ln w="6350" cap="flat" cmpd="sng" algn="ctr">
          <a:solidFill>
            <a:schemeClr val="lt1">
              <a:hueOff val="0"/>
              <a:satOff val="0"/>
              <a:lumOff val="0"/>
              <a:alphaOff val="0"/>
            </a:schemeClr>
          </a:solidFill>
          <a:prstDash val="solid"/>
          <a:miter lim="800000"/>
        </a:ln>
        <a:effectLst/>
      </dgm:spPr>
    </dgm:pt>
    <dgm:pt modelId="{44628EB4-2C4D-684E-ADA3-3BA3330F20F3}" type="pres">
      <dgm:prSet presAssocID="{1BD39EFD-76E0-4045-A07D-9F893B06981F}" presName="DropPinPlaceHolder" presStyleCnt="0"/>
      <dgm:spPr/>
    </dgm:pt>
    <dgm:pt modelId="{6E000E0D-B7EE-9D4C-A293-E9047408FF7D}" type="pres">
      <dgm:prSet presAssocID="{1BD39EFD-76E0-4045-A07D-9F893B06981F}" presName="DropPin" presStyleLbl="alignNode1" presStyleIdx="6" presStyleCnt="14"/>
      <dgm:spPr/>
    </dgm:pt>
    <dgm:pt modelId="{A36CCDA8-0882-FE4C-BBD6-F99E0F1FB83E}" type="pres">
      <dgm:prSet presAssocID="{1BD39EFD-76E0-4045-A07D-9F893B06981F}" presName="Ellipse" presStyleLbl="fgAcc1" presStyleIdx="7" presStyleCnt="15"/>
      <dgm:spPr>
        <a:solidFill>
          <a:schemeClr val="lt1">
            <a:alpha val="90000"/>
            <a:hueOff val="0"/>
            <a:satOff val="0"/>
            <a:lumOff val="0"/>
            <a:alphaOff val="0"/>
          </a:schemeClr>
        </a:solidFill>
        <a:ln w="19050" cap="flat" cmpd="sng" algn="ctr">
          <a:noFill/>
          <a:prstDash val="solid"/>
          <a:miter lim="800000"/>
        </a:ln>
        <a:effectLst/>
      </dgm:spPr>
    </dgm:pt>
    <dgm:pt modelId="{B5A76123-4788-D440-9331-7A3ABCF6BC7F}" type="pres">
      <dgm:prSet presAssocID="{1BD39EFD-76E0-4045-A07D-9F893B06981F}" presName="L2TextContainer" presStyleLbl="revTx" presStyleIdx="12" presStyleCnt="28">
        <dgm:presLayoutVars>
          <dgm:bulletEnabled val="1"/>
        </dgm:presLayoutVars>
      </dgm:prSet>
      <dgm:spPr/>
    </dgm:pt>
    <dgm:pt modelId="{66A4BEE1-C4C8-2146-B83A-D3860C7F84E3}" type="pres">
      <dgm:prSet presAssocID="{1BD39EFD-76E0-4045-A07D-9F893B06981F}" presName="L1TextContainer" presStyleLbl="revTx" presStyleIdx="13" presStyleCnt="28">
        <dgm:presLayoutVars>
          <dgm:chMax val="1"/>
          <dgm:chPref val="1"/>
          <dgm:bulletEnabled val="1"/>
        </dgm:presLayoutVars>
      </dgm:prSet>
      <dgm:spPr/>
    </dgm:pt>
    <dgm:pt modelId="{C94FC733-F78A-C645-A271-9DC56C4941F5}" type="pres">
      <dgm:prSet presAssocID="{1BD39EFD-76E0-4045-A07D-9F893B06981F}" presName="ConnectLine" presStyleLbl="sibTrans1D1" presStyleIdx="6" presStyleCnt="14"/>
      <dgm:spPr>
        <a:noFill/>
        <a:ln w="12700" cap="flat" cmpd="sng" algn="ctr">
          <a:solidFill>
            <a:schemeClr val="accent2">
              <a:hueOff val="1288722"/>
              <a:satOff val="-3699"/>
              <a:lumOff val="-5922"/>
              <a:alphaOff val="0"/>
            </a:schemeClr>
          </a:solidFill>
          <a:prstDash val="dash"/>
          <a:miter lim="800000"/>
        </a:ln>
        <a:effectLst/>
      </dgm:spPr>
    </dgm:pt>
    <dgm:pt modelId="{88629859-AB6E-0947-AA65-063929C860AC}" type="pres">
      <dgm:prSet presAssocID="{1BD39EFD-76E0-4045-A07D-9F893B06981F}" presName="EmptyPlaceHolder" presStyleCnt="0"/>
      <dgm:spPr/>
    </dgm:pt>
    <dgm:pt modelId="{2F774F46-46F6-5447-99EF-387BDFAE6FB6}" type="pres">
      <dgm:prSet presAssocID="{D580C40E-26DF-4B24-BC89-25935117514F}" presName="spaceBetweenRectangles" presStyleCnt="0"/>
      <dgm:spPr/>
    </dgm:pt>
    <dgm:pt modelId="{2D3E45AC-C224-4E42-B4C8-CD53FDCE6853}" type="pres">
      <dgm:prSet presAssocID="{D12DE531-9FAA-461C-B209-F33AB6E21DFF}" presName="composite" presStyleCnt="0"/>
      <dgm:spPr/>
    </dgm:pt>
    <dgm:pt modelId="{47B724AD-D5C5-6043-B8B0-60DEC10E86AF}" type="pres">
      <dgm:prSet presAssocID="{D12DE531-9FAA-461C-B209-F33AB6E21DFF}" presName="ConnectorPoint" presStyleLbl="lnNode1" presStyleIdx="7" presStyleCnt="14"/>
      <dgm:spPr>
        <a:solidFill>
          <a:schemeClr val="accent2">
            <a:hueOff val="2577445"/>
            <a:satOff val="-7397"/>
            <a:lumOff val="-11844"/>
            <a:alphaOff val="0"/>
          </a:schemeClr>
        </a:solidFill>
        <a:ln w="6350" cap="flat" cmpd="sng" algn="ctr">
          <a:solidFill>
            <a:schemeClr val="lt1">
              <a:hueOff val="0"/>
              <a:satOff val="0"/>
              <a:lumOff val="0"/>
              <a:alphaOff val="0"/>
            </a:schemeClr>
          </a:solidFill>
          <a:prstDash val="solid"/>
          <a:miter lim="800000"/>
        </a:ln>
        <a:effectLst/>
      </dgm:spPr>
    </dgm:pt>
    <dgm:pt modelId="{BF0BA50B-6161-0B48-8507-7974413F429A}" type="pres">
      <dgm:prSet presAssocID="{D12DE531-9FAA-461C-B209-F33AB6E21DFF}" presName="DropPinPlaceHolder" presStyleCnt="0"/>
      <dgm:spPr/>
    </dgm:pt>
    <dgm:pt modelId="{D45ACE81-B26F-5248-BB4E-05816D09ECA6}" type="pres">
      <dgm:prSet presAssocID="{D12DE531-9FAA-461C-B209-F33AB6E21DFF}" presName="DropPin" presStyleLbl="alignNode1" presStyleIdx="7" presStyleCnt="14"/>
      <dgm:spPr/>
    </dgm:pt>
    <dgm:pt modelId="{76CF6F3D-F378-0240-A9E0-4D13AFCF3E4A}" type="pres">
      <dgm:prSet presAssocID="{D12DE531-9FAA-461C-B209-F33AB6E21DFF}" presName="Ellipse" presStyleLbl="fgAcc1" presStyleIdx="8" presStyleCnt="15"/>
      <dgm:spPr>
        <a:solidFill>
          <a:schemeClr val="lt1">
            <a:alpha val="90000"/>
            <a:hueOff val="0"/>
            <a:satOff val="0"/>
            <a:lumOff val="0"/>
            <a:alphaOff val="0"/>
          </a:schemeClr>
        </a:solidFill>
        <a:ln w="19050" cap="flat" cmpd="sng" algn="ctr">
          <a:noFill/>
          <a:prstDash val="solid"/>
          <a:miter lim="800000"/>
        </a:ln>
        <a:effectLst/>
      </dgm:spPr>
    </dgm:pt>
    <dgm:pt modelId="{ACF96372-D5BF-A94D-97FA-D398F1B9B171}" type="pres">
      <dgm:prSet presAssocID="{D12DE531-9FAA-461C-B209-F33AB6E21DFF}" presName="L2TextContainer" presStyleLbl="revTx" presStyleIdx="14" presStyleCnt="28">
        <dgm:presLayoutVars>
          <dgm:bulletEnabled val="1"/>
        </dgm:presLayoutVars>
      </dgm:prSet>
      <dgm:spPr/>
    </dgm:pt>
    <dgm:pt modelId="{A530B319-508F-0544-8549-5D3A0C754604}" type="pres">
      <dgm:prSet presAssocID="{D12DE531-9FAA-461C-B209-F33AB6E21DFF}" presName="L1TextContainer" presStyleLbl="revTx" presStyleIdx="15" presStyleCnt="28">
        <dgm:presLayoutVars>
          <dgm:chMax val="1"/>
          <dgm:chPref val="1"/>
          <dgm:bulletEnabled val="1"/>
        </dgm:presLayoutVars>
      </dgm:prSet>
      <dgm:spPr/>
    </dgm:pt>
    <dgm:pt modelId="{374AC2EA-0189-9C42-B62A-11D4B06B561D}" type="pres">
      <dgm:prSet presAssocID="{D12DE531-9FAA-461C-B209-F33AB6E21DFF}" presName="ConnectLine" presStyleLbl="sibTrans1D1" presStyleIdx="7" presStyleCnt="14"/>
      <dgm:spPr>
        <a:noFill/>
        <a:ln w="12700" cap="flat" cmpd="sng" algn="ctr">
          <a:solidFill>
            <a:schemeClr val="accent2">
              <a:hueOff val="2577445"/>
              <a:satOff val="-7397"/>
              <a:lumOff val="-11844"/>
              <a:alphaOff val="0"/>
            </a:schemeClr>
          </a:solidFill>
          <a:prstDash val="dash"/>
          <a:miter lim="800000"/>
        </a:ln>
        <a:effectLst/>
      </dgm:spPr>
    </dgm:pt>
    <dgm:pt modelId="{DC61086C-28A4-0542-8DA5-C59F9CB09316}" type="pres">
      <dgm:prSet presAssocID="{D12DE531-9FAA-461C-B209-F33AB6E21DFF}" presName="EmptyPlaceHolder" presStyleCnt="0"/>
      <dgm:spPr/>
    </dgm:pt>
    <dgm:pt modelId="{0DEA5140-E6EB-7945-ADA5-30788272A3F3}" type="pres">
      <dgm:prSet presAssocID="{52D6DB99-454C-47E4-965C-D7BEFB5A8177}" presName="spaceBetweenRectangles" presStyleCnt="0"/>
      <dgm:spPr/>
    </dgm:pt>
    <dgm:pt modelId="{EAF86483-804A-DC46-8E18-F71FDE60C3B0}" type="pres">
      <dgm:prSet presAssocID="{576162C5-288F-2847-85D8-2D3E596E2A61}" presName="composite" presStyleCnt="0"/>
      <dgm:spPr/>
    </dgm:pt>
    <dgm:pt modelId="{4F321C1C-E343-1C43-A3A1-A7199C447DE4}" type="pres">
      <dgm:prSet presAssocID="{576162C5-288F-2847-85D8-2D3E596E2A61}" presName="ConnectorPoint" presStyleLbl="lnNode1" presStyleIdx="8" presStyleCnt="14"/>
      <dgm:spPr>
        <a:solidFill>
          <a:schemeClr val="accent2">
            <a:hueOff val="957394"/>
            <a:satOff val="160"/>
            <a:lumOff val="604"/>
            <a:alphaOff val="0"/>
          </a:schemeClr>
        </a:solidFill>
        <a:ln w="6350" cap="flat" cmpd="sng" algn="ctr">
          <a:solidFill>
            <a:schemeClr val="lt1">
              <a:hueOff val="0"/>
              <a:satOff val="0"/>
              <a:lumOff val="0"/>
              <a:alphaOff val="0"/>
            </a:schemeClr>
          </a:solidFill>
          <a:prstDash val="solid"/>
          <a:miter lim="800000"/>
        </a:ln>
        <a:effectLst/>
      </dgm:spPr>
    </dgm:pt>
    <dgm:pt modelId="{6A6F1426-6100-8D4D-B563-49FA693970E5}" type="pres">
      <dgm:prSet presAssocID="{576162C5-288F-2847-85D8-2D3E596E2A61}" presName="DropPinPlaceHolder" presStyleCnt="0"/>
      <dgm:spPr/>
    </dgm:pt>
    <dgm:pt modelId="{222FEA44-A475-D048-BD8B-130C98AB50D4}" type="pres">
      <dgm:prSet presAssocID="{576162C5-288F-2847-85D8-2D3E596E2A61}" presName="DropPin" presStyleLbl="alignNode1" presStyleIdx="8" presStyleCnt="14"/>
      <dgm:spPr/>
    </dgm:pt>
    <dgm:pt modelId="{0A0DC1A5-21DD-6845-83D5-37CB08864B9C}" type="pres">
      <dgm:prSet presAssocID="{576162C5-288F-2847-85D8-2D3E596E2A61}" presName="Ellipse" presStyleLbl="fgAcc1" presStyleIdx="9" presStyleCnt="15"/>
      <dgm:spPr>
        <a:solidFill>
          <a:schemeClr val="lt1">
            <a:alpha val="90000"/>
            <a:hueOff val="0"/>
            <a:satOff val="0"/>
            <a:lumOff val="0"/>
            <a:alphaOff val="0"/>
          </a:schemeClr>
        </a:solidFill>
        <a:ln w="12700" cap="flat" cmpd="sng" algn="ctr">
          <a:noFill/>
          <a:prstDash val="solid"/>
          <a:miter lim="800000"/>
        </a:ln>
        <a:effectLst/>
      </dgm:spPr>
    </dgm:pt>
    <dgm:pt modelId="{1B509F09-BABC-2642-8182-0B69D2030B33}" type="pres">
      <dgm:prSet presAssocID="{576162C5-288F-2847-85D8-2D3E596E2A61}" presName="L2TextContainer" presStyleLbl="revTx" presStyleIdx="16" presStyleCnt="28">
        <dgm:presLayoutVars>
          <dgm:bulletEnabled val="1"/>
        </dgm:presLayoutVars>
      </dgm:prSet>
      <dgm:spPr/>
    </dgm:pt>
    <dgm:pt modelId="{A92B1C85-3F9F-694F-9D1F-08532C9B421B}" type="pres">
      <dgm:prSet presAssocID="{576162C5-288F-2847-85D8-2D3E596E2A61}" presName="L1TextContainer" presStyleLbl="revTx" presStyleIdx="17" presStyleCnt="28">
        <dgm:presLayoutVars>
          <dgm:chMax val="1"/>
          <dgm:chPref val="1"/>
          <dgm:bulletEnabled val="1"/>
        </dgm:presLayoutVars>
      </dgm:prSet>
      <dgm:spPr/>
    </dgm:pt>
    <dgm:pt modelId="{296E668B-74D8-2142-82D3-CB0F865C0F20}" type="pres">
      <dgm:prSet presAssocID="{576162C5-288F-2847-85D8-2D3E596E2A61}" presName="ConnectLine" presStyleLbl="sibTrans1D1" presStyleIdx="8" presStyleCnt="14"/>
      <dgm:spPr>
        <a:noFill/>
        <a:ln w="12700" cap="flat" cmpd="sng" algn="ctr">
          <a:solidFill>
            <a:schemeClr val="accent2">
              <a:hueOff val="957394"/>
              <a:satOff val="160"/>
              <a:lumOff val="604"/>
              <a:alphaOff val="0"/>
            </a:schemeClr>
          </a:solidFill>
          <a:prstDash val="dash"/>
          <a:miter lim="800000"/>
        </a:ln>
        <a:effectLst/>
      </dgm:spPr>
    </dgm:pt>
    <dgm:pt modelId="{CE9C0D7F-1813-CE4B-A1A8-E2B76FF81F62}" type="pres">
      <dgm:prSet presAssocID="{576162C5-288F-2847-85D8-2D3E596E2A61}" presName="EmptyPlaceHolder" presStyleCnt="0"/>
      <dgm:spPr/>
    </dgm:pt>
    <dgm:pt modelId="{A24E565F-6E8A-A044-8AEA-6959EE2A9879}" type="pres">
      <dgm:prSet presAssocID="{C9EB2EDC-18E4-9444-AF10-9C943D27DDBD}" presName="spaceBetweenRectangles" presStyleCnt="0"/>
      <dgm:spPr/>
    </dgm:pt>
    <dgm:pt modelId="{2B3588B0-E90D-E647-A543-AE1EB2975BA6}" type="pres">
      <dgm:prSet presAssocID="{0B18FF62-4C6B-4299-B1D2-48EF2B284857}" presName="composite" presStyleCnt="0"/>
      <dgm:spPr/>
    </dgm:pt>
    <dgm:pt modelId="{88542F04-AD67-0D44-9467-DAA3EA70D31D}" type="pres">
      <dgm:prSet presAssocID="{0B18FF62-4C6B-4299-B1D2-48EF2B284857}" presName="ConnectorPoint" presStyleLbl="lnNode1" presStyleIdx="9" presStyleCnt="14"/>
      <dgm:spPr>
        <a:solidFill>
          <a:schemeClr val="accent2">
            <a:hueOff val="3866168"/>
            <a:satOff val="-11096"/>
            <a:lumOff val="-17765"/>
            <a:alphaOff val="0"/>
          </a:schemeClr>
        </a:solidFill>
        <a:ln w="6350" cap="flat" cmpd="sng" algn="ctr">
          <a:solidFill>
            <a:schemeClr val="lt1">
              <a:hueOff val="0"/>
              <a:satOff val="0"/>
              <a:lumOff val="0"/>
              <a:alphaOff val="0"/>
            </a:schemeClr>
          </a:solidFill>
          <a:prstDash val="solid"/>
          <a:miter lim="800000"/>
        </a:ln>
        <a:effectLst/>
      </dgm:spPr>
    </dgm:pt>
    <dgm:pt modelId="{30C2E191-1AB6-4346-A861-4CA1F8E99547}" type="pres">
      <dgm:prSet presAssocID="{0B18FF62-4C6B-4299-B1D2-48EF2B284857}" presName="DropPinPlaceHolder" presStyleCnt="0"/>
      <dgm:spPr/>
    </dgm:pt>
    <dgm:pt modelId="{714D01CC-36E3-044B-A8F4-48734849CF25}" type="pres">
      <dgm:prSet presAssocID="{0B18FF62-4C6B-4299-B1D2-48EF2B284857}" presName="DropPin" presStyleLbl="alignNode1" presStyleIdx="9" presStyleCnt="14"/>
      <dgm:spPr/>
    </dgm:pt>
    <dgm:pt modelId="{E4620722-37EF-C64B-BA95-34A546FAB1EA}" type="pres">
      <dgm:prSet presAssocID="{0B18FF62-4C6B-4299-B1D2-48EF2B284857}" presName="Ellipse" presStyleLbl="fgAcc1" presStyleIdx="10" presStyleCnt="15"/>
      <dgm:spPr>
        <a:solidFill>
          <a:schemeClr val="lt1">
            <a:alpha val="90000"/>
            <a:hueOff val="0"/>
            <a:satOff val="0"/>
            <a:lumOff val="0"/>
            <a:alphaOff val="0"/>
          </a:schemeClr>
        </a:solidFill>
        <a:ln w="19050" cap="flat" cmpd="sng" algn="ctr">
          <a:noFill/>
          <a:prstDash val="solid"/>
          <a:miter lim="800000"/>
        </a:ln>
        <a:effectLst/>
      </dgm:spPr>
    </dgm:pt>
    <dgm:pt modelId="{DAEAE5C3-FC0F-7544-8AF2-EB26BA256B43}" type="pres">
      <dgm:prSet presAssocID="{0B18FF62-4C6B-4299-B1D2-48EF2B284857}" presName="L2TextContainer" presStyleLbl="revTx" presStyleIdx="18" presStyleCnt="28">
        <dgm:presLayoutVars>
          <dgm:bulletEnabled val="1"/>
        </dgm:presLayoutVars>
      </dgm:prSet>
      <dgm:spPr/>
    </dgm:pt>
    <dgm:pt modelId="{05532AEA-B284-B645-9DE4-0262E88A4BF9}" type="pres">
      <dgm:prSet presAssocID="{0B18FF62-4C6B-4299-B1D2-48EF2B284857}" presName="L1TextContainer" presStyleLbl="revTx" presStyleIdx="19" presStyleCnt="28">
        <dgm:presLayoutVars>
          <dgm:chMax val="1"/>
          <dgm:chPref val="1"/>
          <dgm:bulletEnabled val="1"/>
        </dgm:presLayoutVars>
      </dgm:prSet>
      <dgm:spPr/>
    </dgm:pt>
    <dgm:pt modelId="{9E0B2110-0D41-BA4B-B761-F87217A5F13C}" type="pres">
      <dgm:prSet presAssocID="{0B18FF62-4C6B-4299-B1D2-48EF2B284857}" presName="ConnectLine" presStyleLbl="sibTrans1D1" presStyleIdx="9" presStyleCnt="14"/>
      <dgm:spPr>
        <a:noFill/>
        <a:ln w="12700" cap="flat" cmpd="sng" algn="ctr">
          <a:solidFill>
            <a:schemeClr val="accent2">
              <a:hueOff val="3866168"/>
              <a:satOff val="-11096"/>
              <a:lumOff val="-17765"/>
              <a:alphaOff val="0"/>
            </a:schemeClr>
          </a:solidFill>
          <a:prstDash val="dash"/>
          <a:miter lim="800000"/>
        </a:ln>
        <a:effectLst/>
      </dgm:spPr>
    </dgm:pt>
    <dgm:pt modelId="{AE541C68-92EC-AC42-BD19-2009334CD001}" type="pres">
      <dgm:prSet presAssocID="{0B18FF62-4C6B-4299-B1D2-48EF2B284857}" presName="EmptyPlaceHolder" presStyleCnt="0"/>
      <dgm:spPr/>
    </dgm:pt>
    <dgm:pt modelId="{605C0E1D-13AC-E14A-9E22-ECB9D4A600F5}" type="pres">
      <dgm:prSet presAssocID="{E69E2CAD-04E6-48B1-A40E-CB37A33C3A37}" presName="spaceBetweenRectangles" presStyleCnt="0"/>
      <dgm:spPr/>
    </dgm:pt>
    <dgm:pt modelId="{DF709CB1-8AE3-C14B-A088-D3A31B2D2C4F}" type="pres">
      <dgm:prSet presAssocID="{F37772D2-CFD1-2840-A0AD-5588BFCFD386}" presName="composite" presStyleCnt="0"/>
      <dgm:spPr/>
    </dgm:pt>
    <dgm:pt modelId="{21670182-526F-C544-983E-27173604839B}" type="pres">
      <dgm:prSet presAssocID="{F37772D2-CFD1-2840-A0AD-5588BFCFD386}" presName="ConnectorPoint" presStyleLbl="lnNode1" presStyleIdx="10" presStyleCnt="14"/>
      <dgm:spPr>
        <a:solidFill>
          <a:schemeClr val="accent2">
            <a:hueOff val="1196742"/>
            <a:satOff val="200"/>
            <a:lumOff val="755"/>
            <a:alphaOff val="0"/>
          </a:schemeClr>
        </a:solidFill>
        <a:ln w="6350" cap="flat" cmpd="sng" algn="ctr">
          <a:solidFill>
            <a:schemeClr val="lt1">
              <a:hueOff val="0"/>
              <a:satOff val="0"/>
              <a:lumOff val="0"/>
              <a:alphaOff val="0"/>
            </a:schemeClr>
          </a:solidFill>
          <a:prstDash val="solid"/>
          <a:miter lim="800000"/>
        </a:ln>
        <a:effectLst/>
      </dgm:spPr>
    </dgm:pt>
    <dgm:pt modelId="{4FCFFAA5-D2D4-0E44-A9B6-D7709D1F4D93}" type="pres">
      <dgm:prSet presAssocID="{F37772D2-CFD1-2840-A0AD-5588BFCFD386}" presName="DropPinPlaceHolder" presStyleCnt="0"/>
      <dgm:spPr/>
    </dgm:pt>
    <dgm:pt modelId="{040F1426-BDE8-A14A-B4F9-9F6046388A0C}" type="pres">
      <dgm:prSet presAssocID="{F37772D2-CFD1-2840-A0AD-5588BFCFD386}" presName="DropPin" presStyleLbl="alignNode1" presStyleIdx="10" presStyleCnt="14"/>
      <dgm:spPr/>
    </dgm:pt>
    <dgm:pt modelId="{A3E3EA27-30E6-5848-AF6A-08B9E3F2767A}" type="pres">
      <dgm:prSet presAssocID="{F37772D2-CFD1-2840-A0AD-5588BFCFD386}" presName="Ellipse" presStyleLbl="fgAcc1" presStyleIdx="11" presStyleCnt="15"/>
      <dgm:spPr>
        <a:solidFill>
          <a:schemeClr val="lt1">
            <a:alpha val="90000"/>
            <a:hueOff val="0"/>
            <a:satOff val="0"/>
            <a:lumOff val="0"/>
            <a:alphaOff val="0"/>
          </a:schemeClr>
        </a:solidFill>
        <a:ln w="12700" cap="flat" cmpd="sng" algn="ctr">
          <a:noFill/>
          <a:prstDash val="solid"/>
          <a:miter lim="800000"/>
        </a:ln>
        <a:effectLst/>
      </dgm:spPr>
    </dgm:pt>
    <dgm:pt modelId="{14683F49-81A9-A648-98F9-4A5C9BB04627}" type="pres">
      <dgm:prSet presAssocID="{F37772D2-CFD1-2840-A0AD-5588BFCFD386}" presName="L2TextContainer" presStyleLbl="revTx" presStyleIdx="20" presStyleCnt="28">
        <dgm:presLayoutVars>
          <dgm:bulletEnabled val="1"/>
        </dgm:presLayoutVars>
      </dgm:prSet>
      <dgm:spPr/>
    </dgm:pt>
    <dgm:pt modelId="{4F44447F-835A-8440-89FC-CE60EDD9CC48}" type="pres">
      <dgm:prSet presAssocID="{F37772D2-CFD1-2840-A0AD-5588BFCFD386}" presName="L1TextContainer" presStyleLbl="revTx" presStyleIdx="21" presStyleCnt="28">
        <dgm:presLayoutVars>
          <dgm:chMax val="1"/>
          <dgm:chPref val="1"/>
          <dgm:bulletEnabled val="1"/>
        </dgm:presLayoutVars>
      </dgm:prSet>
      <dgm:spPr/>
    </dgm:pt>
    <dgm:pt modelId="{39454753-CC81-E843-B0BC-59F477E37CE7}" type="pres">
      <dgm:prSet presAssocID="{F37772D2-CFD1-2840-A0AD-5588BFCFD386}" presName="ConnectLine" presStyleLbl="sibTrans1D1" presStyleIdx="10" presStyleCnt="14"/>
      <dgm:spPr>
        <a:noFill/>
        <a:ln w="12700" cap="flat" cmpd="sng" algn="ctr">
          <a:solidFill>
            <a:schemeClr val="accent2">
              <a:hueOff val="1196742"/>
              <a:satOff val="200"/>
              <a:lumOff val="755"/>
              <a:alphaOff val="0"/>
            </a:schemeClr>
          </a:solidFill>
          <a:prstDash val="dash"/>
          <a:miter lim="800000"/>
        </a:ln>
        <a:effectLst/>
      </dgm:spPr>
    </dgm:pt>
    <dgm:pt modelId="{D94DBD26-7F75-4348-9430-FF40499ADCA6}" type="pres">
      <dgm:prSet presAssocID="{F37772D2-CFD1-2840-A0AD-5588BFCFD386}" presName="EmptyPlaceHolder" presStyleCnt="0"/>
      <dgm:spPr/>
    </dgm:pt>
    <dgm:pt modelId="{340CDFCE-F179-C54F-9603-F394345CD7AC}" type="pres">
      <dgm:prSet presAssocID="{B82A95A6-C6F7-EC46-9D05-5F75BEADF0E2}" presName="spaceBetweenRectangles" presStyleCnt="0"/>
      <dgm:spPr/>
    </dgm:pt>
    <dgm:pt modelId="{3F918603-745B-D547-B043-3EEC90074DB3}" type="pres">
      <dgm:prSet presAssocID="{9CC2AC29-8AD6-7A42-AA3F-DA034A69FAEE}" presName="composite" presStyleCnt="0"/>
      <dgm:spPr/>
    </dgm:pt>
    <dgm:pt modelId="{9F7C8D78-F1B3-EC47-84E0-8E9617A1920D}" type="pres">
      <dgm:prSet presAssocID="{9CC2AC29-8AD6-7A42-AA3F-DA034A69FAEE}" presName="ConnectorPoint" presStyleLbl="lnNode1" presStyleIdx="11" presStyleCnt="14"/>
      <dgm:spPr>
        <a:solidFill>
          <a:schemeClr val="accent2">
            <a:hueOff val="1316417"/>
            <a:satOff val="220"/>
            <a:lumOff val="830"/>
            <a:alphaOff val="0"/>
          </a:schemeClr>
        </a:solidFill>
        <a:ln w="6350" cap="flat" cmpd="sng" algn="ctr">
          <a:solidFill>
            <a:schemeClr val="lt1">
              <a:hueOff val="0"/>
              <a:satOff val="0"/>
              <a:lumOff val="0"/>
              <a:alphaOff val="0"/>
            </a:schemeClr>
          </a:solidFill>
          <a:prstDash val="solid"/>
          <a:miter lim="800000"/>
        </a:ln>
        <a:effectLst/>
      </dgm:spPr>
    </dgm:pt>
    <dgm:pt modelId="{7F31865D-3847-FF42-A536-C35F07AF1438}" type="pres">
      <dgm:prSet presAssocID="{9CC2AC29-8AD6-7A42-AA3F-DA034A69FAEE}" presName="DropPinPlaceHolder" presStyleCnt="0"/>
      <dgm:spPr/>
    </dgm:pt>
    <dgm:pt modelId="{B023D8B8-6CB6-C04E-922C-9E03C30C60E3}" type="pres">
      <dgm:prSet presAssocID="{9CC2AC29-8AD6-7A42-AA3F-DA034A69FAEE}" presName="DropPin" presStyleLbl="alignNode1" presStyleIdx="11" presStyleCnt="14"/>
      <dgm:spPr/>
    </dgm:pt>
    <dgm:pt modelId="{0B0CF061-179D-754B-BB73-9D164F5A7F3A}" type="pres">
      <dgm:prSet presAssocID="{9CC2AC29-8AD6-7A42-AA3F-DA034A69FAEE}" presName="Ellipse" presStyleLbl="fgAcc1" presStyleIdx="12" presStyleCnt="15"/>
      <dgm:spPr>
        <a:solidFill>
          <a:schemeClr val="lt1">
            <a:alpha val="90000"/>
            <a:hueOff val="0"/>
            <a:satOff val="0"/>
            <a:lumOff val="0"/>
            <a:alphaOff val="0"/>
          </a:schemeClr>
        </a:solidFill>
        <a:ln w="12700" cap="flat" cmpd="sng" algn="ctr">
          <a:noFill/>
          <a:prstDash val="solid"/>
          <a:miter lim="800000"/>
        </a:ln>
        <a:effectLst/>
      </dgm:spPr>
    </dgm:pt>
    <dgm:pt modelId="{DC868E6A-3B05-B54A-A410-23A70AEB8370}" type="pres">
      <dgm:prSet presAssocID="{9CC2AC29-8AD6-7A42-AA3F-DA034A69FAEE}" presName="L2TextContainer" presStyleLbl="revTx" presStyleIdx="22" presStyleCnt="28">
        <dgm:presLayoutVars>
          <dgm:bulletEnabled val="1"/>
        </dgm:presLayoutVars>
      </dgm:prSet>
      <dgm:spPr/>
    </dgm:pt>
    <dgm:pt modelId="{12E05C7B-87AD-9A43-BA31-24165A9C660B}" type="pres">
      <dgm:prSet presAssocID="{9CC2AC29-8AD6-7A42-AA3F-DA034A69FAEE}" presName="L1TextContainer" presStyleLbl="revTx" presStyleIdx="23" presStyleCnt="28">
        <dgm:presLayoutVars>
          <dgm:chMax val="1"/>
          <dgm:chPref val="1"/>
          <dgm:bulletEnabled val="1"/>
        </dgm:presLayoutVars>
      </dgm:prSet>
      <dgm:spPr/>
    </dgm:pt>
    <dgm:pt modelId="{865F3BEB-9DE0-4C47-86E8-F307E803393D}" type="pres">
      <dgm:prSet presAssocID="{9CC2AC29-8AD6-7A42-AA3F-DA034A69FAEE}" presName="ConnectLine" presStyleLbl="sibTrans1D1" presStyleIdx="11" presStyleCnt="14"/>
      <dgm:spPr>
        <a:noFill/>
        <a:ln w="12700" cap="flat" cmpd="sng" algn="ctr">
          <a:solidFill>
            <a:schemeClr val="accent2">
              <a:hueOff val="1316417"/>
              <a:satOff val="220"/>
              <a:lumOff val="830"/>
              <a:alphaOff val="0"/>
            </a:schemeClr>
          </a:solidFill>
          <a:prstDash val="dash"/>
          <a:miter lim="800000"/>
        </a:ln>
        <a:effectLst/>
      </dgm:spPr>
    </dgm:pt>
    <dgm:pt modelId="{EB13D7D1-4A75-534D-B68F-8A8D5A59F294}" type="pres">
      <dgm:prSet presAssocID="{9CC2AC29-8AD6-7A42-AA3F-DA034A69FAEE}" presName="EmptyPlaceHolder" presStyleCnt="0"/>
      <dgm:spPr/>
    </dgm:pt>
    <dgm:pt modelId="{83B2834C-D66F-E343-B993-C213554DDEA8}" type="pres">
      <dgm:prSet presAssocID="{CE4D278C-C547-9A41-B262-82C9CBCE3840}" presName="spaceBetweenRectangles" presStyleCnt="0"/>
      <dgm:spPr/>
    </dgm:pt>
    <dgm:pt modelId="{1610FD8A-72E6-DB42-A323-C4FED5D4997C}" type="pres">
      <dgm:prSet presAssocID="{6B546915-3844-1C4B-A4F5-B7BC4BDD7FF1}" presName="composite" presStyleCnt="0"/>
      <dgm:spPr/>
    </dgm:pt>
    <dgm:pt modelId="{2698128E-28D4-1246-8005-B0A3ACAFF68D}" type="pres">
      <dgm:prSet presAssocID="{6B546915-3844-1C4B-A4F5-B7BC4BDD7FF1}" presName="ConnectorPoint" presStyleLbl="lnNode1" presStyleIdx="12" presStyleCnt="14"/>
      <dgm:spPr>
        <a:solidFill>
          <a:schemeClr val="accent2">
            <a:hueOff val="1436091"/>
            <a:satOff val="240"/>
            <a:lumOff val="906"/>
            <a:alphaOff val="0"/>
          </a:schemeClr>
        </a:solidFill>
        <a:ln w="6350" cap="flat" cmpd="sng" algn="ctr">
          <a:solidFill>
            <a:schemeClr val="lt1">
              <a:hueOff val="0"/>
              <a:satOff val="0"/>
              <a:lumOff val="0"/>
              <a:alphaOff val="0"/>
            </a:schemeClr>
          </a:solidFill>
          <a:prstDash val="solid"/>
          <a:miter lim="800000"/>
        </a:ln>
        <a:effectLst/>
      </dgm:spPr>
    </dgm:pt>
    <dgm:pt modelId="{9FBF1869-9A53-DC47-ACF5-3AD36A2C821F}" type="pres">
      <dgm:prSet presAssocID="{6B546915-3844-1C4B-A4F5-B7BC4BDD7FF1}" presName="DropPinPlaceHolder" presStyleCnt="0"/>
      <dgm:spPr/>
    </dgm:pt>
    <dgm:pt modelId="{92537C20-B1A4-2A4B-9817-4A94F25043C2}" type="pres">
      <dgm:prSet presAssocID="{6B546915-3844-1C4B-A4F5-B7BC4BDD7FF1}" presName="DropPin" presStyleLbl="alignNode1" presStyleIdx="12" presStyleCnt="14"/>
      <dgm:spPr/>
    </dgm:pt>
    <dgm:pt modelId="{C106E48C-C71D-D04D-82C7-D8D950A58ABA}" type="pres">
      <dgm:prSet presAssocID="{6B546915-3844-1C4B-A4F5-B7BC4BDD7FF1}" presName="Ellipse" presStyleLbl="fgAcc1" presStyleIdx="13" presStyleCnt="15"/>
      <dgm:spPr>
        <a:solidFill>
          <a:schemeClr val="lt1">
            <a:alpha val="90000"/>
            <a:hueOff val="0"/>
            <a:satOff val="0"/>
            <a:lumOff val="0"/>
            <a:alphaOff val="0"/>
          </a:schemeClr>
        </a:solidFill>
        <a:ln w="12700" cap="flat" cmpd="sng" algn="ctr">
          <a:noFill/>
          <a:prstDash val="solid"/>
          <a:miter lim="800000"/>
        </a:ln>
        <a:effectLst/>
      </dgm:spPr>
    </dgm:pt>
    <dgm:pt modelId="{2B87FA0D-8251-5540-965C-9C5CA71264A8}" type="pres">
      <dgm:prSet presAssocID="{6B546915-3844-1C4B-A4F5-B7BC4BDD7FF1}" presName="L2TextContainer" presStyleLbl="revTx" presStyleIdx="24" presStyleCnt="28">
        <dgm:presLayoutVars>
          <dgm:bulletEnabled val="1"/>
        </dgm:presLayoutVars>
      </dgm:prSet>
      <dgm:spPr/>
    </dgm:pt>
    <dgm:pt modelId="{E50A6511-2C92-B348-A512-30F20AD2FB1B}" type="pres">
      <dgm:prSet presAssocID="{6B546915-3844-1C4B-A4F5-B7BC4BDD7FF1}" presName="L1TextContainer" presStyleLbl="revTx" presStyleIdx="25" presStyleCnt="28">
        <dgm:presLayoutVars>
          <dgm:chMax val="1"/>
          <dgm:chPref val="1"/>
          <dgm:bulletEnabled val="1"/>
        </dgm:presLayoutVars>
      </dgm:prSet>
      <dgm:spPr/>
    </dgm:pt>
    <dgm:pt modelId="{3F7ED815-E825-E54E-8EE0-9E41057E9CE6}" type="pres">
      <dgm:prSet presAssocID="{6B546915-3844-1C4B-A4F5-B7BC4BDD7FF1}" presName="ConnectLine" presStyleLbl="sibTrans1D1" presStyleIdx="12" presStyleCnt="14"/>
      <dgm:spPr>
        <a:noFill/>
        <a:ln w="12700" cap="flat" cmpd="sng" algn="ctr">
          <a:solidFill>
            <a:schemeClr val="accent2">
              <a:hueOff val="1436091"/>
              <a:satOff val="240"/>
              <a:lumOff val="906"/>
              <a:alphaOff val="0"/>
            </a:schemeClr>
          </a:solidFill>
          <a:prstDash val="dash"/>
          <a:miter lim="800000"/>
        </a:ln>
        <a:effectLst/>
      </dgm:spPr>
    </dgm:pt>
    <dgm:pt modelId="{F95ADA8B-7A76-8448-BDEA-A6D9EC85F5FB}" type="pres">
      <dgm:prSet presAssocID="{6B546915-3844-1C4B-A4F5-B7BC4BDD7FF1}" presName="EmptyPlaceHolder" presStyleCnt="0"/>
      <dgm:spPr/>
    </dgm:pt>
    <dgm:pt modelId="{1CEB51B7-AAB1-2B49-9E10-20767BF6ADA5}" type="pres">
      <dgm:prSet presAssocID="{3E5BA7CA-A368-184F-8BE2-F23C6996E45A}" presName="spaceBetweenRectangles" presStyleCnt="0"/>
      <dgm:spPr/>
    </dgm:pt>
    <dgm:pt modelId="{CCE76FF6-2183-DB41-B924-94F6037EDE13}" type="pres">
      <dgm:prSet presAssocID="{2192D7B3-0F44-45F6-81B3-C45D84ACB826}" presName="composite" presStyleCnt="0"/>
      <dgm:spPr/>
    </dgm:pt>
    <dgm:pt modelId="{5FB623CA-183E-6C4C-9B09-474AD93C1D10}" type="pres">
      <dgm:prSet presAssocID="{2192D7B3-0F44-45F6-81B3-C45D84ACB826}" presName="ConnectorPoint" presStyleLbl="lnNode1" presStyleIdx="13" presStyleCnt="14"/>
      <dgm:spPr>
        <a:solidFill>
          <a:schemeClr val="accent2">
            <a:hueOff val="6443612"/>
            <a:satOff val="-18493"/>
            <a:lumOff val="-29609"/>
            <a:alphaOff val="0"/>
          </a:schemeClr>
        </a:solidFill>
        <a:ln w="6350" cap="flat" cmpd="sng" algn="ctr">
          <a:solidFill>
            <a:schemeClr val="lt1">
              <a:hueOff val="0"/>
              <a:satOff val="0"/>
              <a:lumOff val="0"/>
              <a:alphaOff val="0"/>
            </a:schemeClr>
          </a:solidFill>
          <a:prstDash val="solid"/>
          <a:miter lim="800000"/>
        </a:ln>
        <a:effectLst/>
      </dgm:spPr>
    </dgm:pt>
    <dgm:pt modelId="{488DD7A3-26C3-6942-B834-CC8C9C7CE947}" type="pres">
      <dgm:prSet presAssocID="{2192D7B3-0F44-45F6-81B3-C45D84ACB826}" presName="DropPinPlaceHolder" presStyleCnt="0"/>
      <dgm:spPr/>
    </dgm:pt>
    <dgm:pt modelId="{940F2E71-E5AC-1F4E-8381-10F46813A0CF}" type="pres">
      <dgm:prSet presAssocID="{2192D7B3-0F44-45F6-81B3-C45D84ACB826}" presName="DropPin" presStyleLbl="alignNode1" presStyleIdx="13" presStyleCnt="14"/>
      <dgm:spPr/>
    </dgm:pt>
    <dgm:pt modelId="{D6ED766B-8DB9-214F-A6CE-0C699D9E50CC}" type="pres">
      <dgm:prSet presAssocID="{2192D7B3-0F44-45F6-81B3-C45D84ACB826}" presName="Ellipse" presStyleLbl="fgAcc1" presStyleIdx="14" presStyleCnt="15"/>
      <dgm:spPr>
        <a:solidFill>
          <a:schemeClr val="lt1">
            <a:alpha val="90000"/>
            <a:hueOff val="0"/>
            <a:satOff val="0"/>
            <a:lumOff val="0"/>
            <a:alphaOff val="0"/>
          </a:schemeClr>
        </a:solidFill>
        <a:ln w="19050" cap="flat" cmpd="sng" algn="ctr">
          <a:noFill/>
          <a:prstDash val="solid"/>
          <a:miter lim="800000"/>
        </a:ln>
        <a:effectLst/>
      </dgm:spPr>
    </dgm:pt>
    <dgm:pt modelId="{7C4ADF1C-42F3-0648-8AF9-F78463522882}" type="pres">
      <dgm:prSet presAssocID="{2192D7B3-0F44-45F6-81B3-C45D84ACB826}" presName="L2TextContainer" presStyleLbl="revTx" presStyleIdx="26" presStyleCnt="28">
        <dgm:presLayoutVars>
          <dgm:bulletEnabled val="1"/>
        </dgm:presLayoutVars>
      </dgm:prSet>
      <dgm:spPr/>
    </dgm:pt>
    <dgm:pt modelId="{50845C47-EB6B-8347-87E9-19DE2F2FFF82}" type="pres">
      <dgm:prSet presAssocID="{2192D7B3-0F44-45F6-81B3-C45D84ACB826}" presName="L1TextContainer" presStyleLbl="revTx" presStyleIdx="27" presStyleCnt="28">
        <dgm:presLayoutVars>
          <dgm:chMax val="1"/>
          <dgm:chPref val="1"/>
          <dgm:bulletEnabled val="1"/>
        </dgm:presLayoutVars>
      </dgm:prSet>
      <dgm:spPr/>
    </dgm:pt>
    <dgm:pt modelId="{06B65CC6-6C0B-AE41-BEAE-0493B37A5784}" type="pres">
      <dgm:prSet presAssocID="{2192D7B3-0F44-45F6-81B3-C45D84ACB826}" presName="ConnectLine" presStyleLbl="sibTrans1D1" presStyleIdx="13" presStyleCnt="14"/>
      <dgm:spPr>
        <a:noFill/>
        <a:ln w="12700" cap="flat" cmpd="sng" algn="ctr">
          <a:solidFill>
            <a:schemeClr val="accent2">
              <a:hueOff val="6443612"/>
              <a:satOff val="-18493"/>
              <a:lumOff val="-29609"/>
              <a:alphaOff val="0"/>
            </a:schemeClr>
          </a:solidFill>
          <a:prstDash val="dash"/>
          <a:miter lim="800000"/>
        </a:ln>
        <a:effectLst/>
      </dgm:spPr>
    </dgm:pt>
    <dgm:pt modelId="{73FE936F-6FE6-5042-B993-E6A83B43A960}" type="pres">
      <dgm:prSet presAssocID="{2192D7B3-0F44-45F6-81B3-C45D84ACB826}" presName="EmptyPlaceHolder" presStyleCnt="0"/>
      <dgm:spPr/>
    </dgm:pt>
  </dgm:ptLst>
  <dgm:cxnLst>
    <dgm:cxn modelId="{22742E01-FA54-4F47-B8F4-470B41969598}" srcId="{F37772D2-CFD1-2840-A0AD-5588BFCFD386}" destId="{99EB4546-F073-1F4C-81AA-7C5F57EF64EB}" srcOrd="0" destOrd="0" parTransId="{70FBF6B4-BE4D-0944-96E9-D0787FAF0C53}" sibTransId="{399B13BD-15A2-C841-8D74-F20AF15E9B73}"/>
    <dgm:cxn modelId="{BE9FC709-B940-854A-9CCB-CF59EA0B6CF9}" type="presOf" srcId="{99EB4546-F073-1F4C-81AA-7C5F57EF64EB}" destId="{14683F49-81A9-A648-98F9-4A5C9BB04627}" srcOrd="0" destOrd="0" presId="urn:microsoft.com/office/officeart/2017/3/layout/DropPinTimeline"/>
    <dgm:cxn modelId="{AC65930E-FC78-EB4E-BFFD-62B7CE243CCA}" srcId="{A2FD5B97-95C2-4103-AC55-F9C6F410CED6}" destId="{04D19084-DB7C-E34E-BE40-DD44D2574CAB}" srcOrd="3" destOrd="0" parTransId="{E0E4A173-B47B-A640-BC07-1BF327DDE869}" sibTransId="{AECD2B34-BFE0-4546-A8DD-8DA142AFCE31}"/>
    <dgm:cxn modelId="{DFA8940F-DD79-2B49-A76A-250A4A9A0CF5}" srcId="{A2FD5B97-95C2-4103-AC55-F9C6F410CED6}" destId="{9C5FBA33-4555-9E49-B4B0-D0CE47D420C2}" srcOrd="1" destOrd="0" parTransId="{412A722F-2E23-7943-B0D3-60BEE17C37CC}" sibTransId="{83CA31CC-F049-DA43-94A8-7709B8AB279E}"/>
    <dgm:cxn modelId="{4627001E-EB1D-074F-9041-F3BE419C7371}" type="presOf" srcId="{FE1D0CAC-A59A-FF4C-8298-DCD94DA4650B}" destId="{CB88406B-D87B-4A4A-B2F3-E7AF61AAAAA4}" srcOrd="0" destOrd="0" presId="urn:microsoft.com/office/officeart/2017/3/layout/DropPinTimeline"/>
    <dgm:cxn modelId="{5602731E-672E-4D86-8042-BC7C9A0C2C79}" srcId="{93A07204-8101-4E75-B952-FD96C7C1B8A6}" destId="{75768879-6C56-4CBC-AD33-C448467B7F13}" srcOrd="0" destOrd="0" parTransId="{7D5681AC-C33A-410B-8F34-8370A107C576}" sibTransId="{5B89136E-8E1A-4205-A15A-7A2FC9E67E42}"/>
    <dgm:cxn modelId="{E163141F-862E-A24E-9DB8-4D0008DB2AF9}" type="presOf" srcId="{33F00852-2217-E74D-9332-5B4272AB4136}" destId="{3168CE24-7D45-3E48-9231-A0C5A8297E3C}" srcOrd="0" destOrd="0" presId="urn:microsoft.com/office/officeart/2017/3/layout/DropPinTimeline"/>
    <dgm:cxn modelId="{BFCAC52B-95B2-8D4C-B591-CD845544A8B5}" srcId="{04D19084-DB7C-E34E-BE40-DD44D2574CAB}" destId="{33F00852-2217-E74D-9332-5B4272AB4136}" srcOrd="0" destOrd="0" parTransId="{067E61B9-85B9-0646-9525-D7D00576A403}" sibTransId="{BAC11802-9731-5D4B-B6A0-A20472FA0D2F}"/>
    <dgm:cxn modelId="{5B6D0134-6862-431A-8422-9B2A6FFC235D}" srcId="{A2FD5B97-95C2-4103-AC55-F9C6F410CED6}" destId="{2192D7B3-0F44-45F6-81B3-C45D84ACB826}" srcOrd="13" destOrd="0" parTransId="{6A530EFF-120C-46A1-A918-85195BC2D178}" sibTransId="{0DFC2DFD-B834-429A-BDC2-CCFB03EA5D57}"/>
    <dgm:cxn modelId="{148BF935-568D-4FA4-B3DE-6351082BCEE1}" srcId="{D12DE531-9FAA-461C-B209-F33AB6E21DFF}" destId="{A5193A37-2446-44CB-AD2B-26FFE8F4BCF8}" srcOrd="0" destOrd="0" parTransId="{AD437175-25BF-47C4-B69B-9002A101E746}" sibTransId="{85E9BF60-23BD-4A91-99E8-9BC63273D18D}"/>
    <dgm:cxn modelId="{D2D8C537-ABD9-4D65-B108-D8592F2E3D8D}" srcId="{A2FD5B97-95C2-4103-AC55-F9C6F410CED6}" destId="{0B18FF62-4C6B-4299-B1D2-48EF2B284857}" srcOrd="9" destOrd="0" parTransId="{F82782B5-209B-4DD9-9C6E-7108E140C871}" sibTransId="{E69E2CAD-04E6-48B1-A40E-CB37A33C3A37}"/>
    <dgm:cxn modelId="{E044C73A-DA33-49BA-9F6A-60141F4A273B}" srcId="{A2FD5B97-95C2-4103-AC55-F9C6F410CED6}" destId="{93A07204-8101-4E75-B952-FD96C7C1B8A6}" srcOrd="5" destOrd="0" parTransId="{61C69A80-962C-42BC-8B03-591DBB43DAF6}" sibTransId="{D6B12E3F-79A1-4BBF-9150-62323864D1DE}"/>
    <dgm:cxn modelId="{387CBF3B-BE8A-E84A-A2CD-48BB143B9ED1}" type="presOf" srcId="{576162C5-288F-2847-85D8-2D3E596E2A61}" destId="{A92B1C85-3F9F-694F-9D1F-08532C9B421B}" srcOrd="0" destOrd="0" presId="urn:microsoft.com/office/officeart/2017/3/layout/DropPinTimeline"/>
    <dgm:cxn modelId="{732C9342-BE41-4280-84B5-9D3E585754A7}" srcId="{A2FD5B97-95C2-4103-AC55-F9C6F410CED6}" destId="{D12DE531-9FAA-461C-B209-F33AB6E21DFF}" srcOrd="7" destOrd="0" parTransId="{766A65EE-A5A4-42CF-B0AE-32F6A1FD6770}" sibTransId="{52D6DB99-454C-47E4-965C-D7BEFB5A8177}"/>
    <dgm:cxn modelId="{B5246F47-85A7-B04B-9859-C149E2616590}" type="presOf" srcId="{9084199E-0530-2546-B054-C0B1581016CE}" destId="{4519A563-0361-8640-9F94-7F34A8CD6764}" srcOrd="0" destOrd="0" presId="urn:microsoft.com/office/officeart/2017/3/layout/DropPinTimeline"/>
    <dgm:cxn modelId="{3CAEEE49-F12B-D244-B8DE-22865BDA789D}" type="presOf" srcId="{2192D7B3-0F44-45F6-81B3-C45D84ACB826}" destId="{50845C47-EB6B-8347-87E9-19DE2F2FFF82}" srcOrd="0" destOrd="0" presId="urn:microsoft.com/office/officeart/2017/3/layout/DropPinTimeline"/>
    <dgm:cxn modelId="{2CE7A54A-25D8-4A44-B8BB-87FA88775460}" type="presOf" srcId="{904A819F-47B0-034D-9957-C225A78797BB}" destId="{73182A5D-DD6B-294C-9DA2-3D9D6D583CA4}" srcOrd="0" destOrd="0" presId="urn:microsoft.com/office/officeart/2017/3/layout/DropPinTimeline"/>
    <dgm:cxn modelId="{1DC87B4B-C5D6-3A4B-921D-1D4D12DFD6E7}" type="presOf" srcId="{F37772D2-CFD1-2840-A0AD-5588BFCFD386}" destId="{4F44447F-835A-8440-89FC-CE60EDD9CC48}" srcOrd="0" destOrd="0" presId="urn:microsoft.com/office/officeart/2017/3/layout/DropPinTimeline"/>
    <dgm:cxn modelId="{871ACC4D-8113-D345-8750-BDFA7E040D78}" type="presOf" srcId="{D12DE531-9FAA-461C-B209-F33AB6E21DFF}" destId="{A530B319-508F-0544-8549-5D3A0C754604}" srcOrd="0" destOrd="0" presId="urn:microsoft.com/office/officeart/2017/3/layout/DropPinTimeline"/>
    <dgm:cxn modelId="{2ADA095A-B119-4C6E-B48B-E7E85ED9FB36}" srcId="{A2FD5B97-95C2-4103-AC55-F9C6F410CED6}" destId="{1BD39EFD-76E0-4045-A07D-9F893B06981F}" srcOrd="6" destOrd="0" parTransId="{A86E73A4-B9ED-4859-A921-BE1DA58DAADF}" sibTransId="{D580C40E-26DF-4B24-BC89-25935117514F}"/>
    <dgm:cxn modelId="{BB29895A-0831-9747-8F1D-E8487B035968}" type="presOf" srcId="{A2FD5B97-95C2-4103-AC55-F9C6F410CED6}" destId="{BB78594C-54DF-384E-B8E8-10AAB68AE73E}" srcOrd="0" destOrd="0" presId="urn:microsoft.com/office/officeart/2017/3/layout/DropPinTimeline"/>
    <dgm:cxn modelId="{54C7875E-6357-624D-86FE-7A37B64CFF71}" type="presOf" srcId="{04D19084-DB7C-E34E-BE40-DD44D2574CAB}" destId="{4F324418-53CF-534F-A36B-A1F7484BF718}" srcOrd="0" destOrd="0" presId="urn:microsoft.com/office/officeart/2017/3/layout/DropPinTimeline"/>
    <dgm:cxn modelId="{07E54D5F-B194-234B-976E-5487E0051CA6}" srcId="{9CC2AC29-8AD6-7A42-AA3F-DA034A69FAEE}" destId="{CED392D1-5E7A-EF43-BE22-9F05E47E7D18}" srcOrd="0" destOrd="0" parTransId="{6E32058B-0791-DE4F-86E1-424F1E3CCF33}" sibTransId="{796603A4-616D-1045-AE42-CC2372A8168E}"/>
    <dgm:cxn modelId="{C3092163-1481-6147-8CA1-F28799EAB324}" type="presOf" srcId="{D0AD7907-916D-C04E-874B-C24278FDEA94}" destId="{A8FC9523-CD56-F442-8B5B-C267B47F8047}" srcOrd="0" destOrd="0" presId="urn:microsoft.com/office/officeart/2017/3/layout/DropPinTimeline"/>
    <dgm:cxn modelId="{068CF86A-EFC9-DA47-89AE-92B09B243505}" srcId="{08DCD969-B5D5-264B-B847-41844FC28417}" destId="{E54B249A-FFC4-7D42-828E-0D3244CF9CC9}" srcOrd="0" destOrd="0" parTransId="{ACAE7130-908F-8F42-A930-4EE6D1ACC657}" sibTransId="{08F40291-1DCA-EA4A-86C7-124F6CA34225}"/>
    <dgm:cxn modelId="{DB1EF46C-9B68-224D-A111-6F8762F3ECDF}" type="presOf" srcId="{1BD39EFD-76E0-4045-A07D-9F893B06981F}" destId="{66A4BEE1-C4C8-2146-B83A-D3860C7F84E3}" srcOrd="0" destOrd="0" presId="urn:microsoft.com/office/officeart/2017/3/layout/DropPinTimeline"/>
    <dgm:cxn modelId="{B9D6FC70-48D5-9245-84B7-487B5D015DA5}" srcId="{6B546915-3844-1C4B-A4F5-B7BC4BDD7FF1}" destId="{9AADB3F0-3C12-2545-8384-988D2A55F127}" srcOrd="0" destOrd="0" parTransId="{D4FA899D-9FA9-3F4F-8046-BF4430D800F2}" sibTransId="{007C9D69-0074-134A-A661-D384DD346811}"/>
    <dgm:cxn modelId="{9109AB75-98E9-694A-88D2-33A648F59963}" srcId="{A2FD5B97-95C2-4103-AC55-F9C6F410CED6}" destId="{6B546915-3844-1C4B-A4F5-B7BC4BDD7FF1}" srcOrd="12" destOrd="0" parTransId="{1FC43140-CBA7-DF40-95A3-91DA4A35AE7C}" sibTransId="{3E5BA7CA-A368-184F-8BE2-F23C6996E45A}"/>
    <dgm:cxn modelId="{59595E77-D1CF-43C9-AFEF-1DB0043E72CA}" srcId="{1BD39EFD-76E0-4045-A07D-9F893B06981F}" destId="{5950B119-772E-419C-ACF3-FC679F1821E2}" srcOrd="0" destOrd="0" parTransId="{843E34E6-38A3-431C-853A-A3AA948652DF}" sibTransId="{99AE82CE-7780-40C7-A37A-6F4DB4FAB627}"/>
    <dgm:cxn modelId="{3C07C57E-6046-B14C-8B05-22102F91E648}" type="presOf" srcId="{6B546915-3844-1C4B-A4F5-B7BC4BDD7FF1}" destId="{E50A6511-2C92-B348-A512-30F20AD2FB1B}" srcOrd="0" destOrd="0" presId="urn:microsoft.com/office/officeart/2017/3/layout/DropPinTimeline"/>
    <dgm:cxn modelId="{D51DE180-CD9A-C94D-BFDB-A69D51B45CEE}" srcId="{A2FD5B97-95C2-4103-AC55-F9C6F410CED6}" destId="{576162C5-288F-2847-85D8-2D3E596E2A61}" srcOrd="8" destOrd="0" parTransId="{6DEAE2B9-F5CD-F048-8816-CA1B4FA4F40B}" sibTransId="{C9EB2EDC-18E4-9444-AF10-9C943D27DDBD}"/>
    <dgm:cxn modelId="{6FFD4E82-B184-DF44-B03E-3BB3E1965C81}" srcId="{A2FD5B97-95C2-4103-AC55-F9C6F410CED6}" destId="{9084199E-0530-2546-B054-C0B1581016CE}" srcOrd="4" destOrd="0" parTransId="{CE73AC0F-7145-434C-9A5E-2564C1DB3FA3}" sibTransId="{E65BF2C0-CDD8-C94C-B628-493EC8B49F99}"/>
    <dgm:cxn modelId="{0C83A087-EA94-944A-990E-244259EF86A7}" srcId="{A2FD5B97-95C2-4103-AC55-F9C6F410CED6}" destId="{9CC2AC29-8AD6-7A42-AA3F-DA034A69FAEE}" srcOrd="11" destOrd="0" parTransId="{ADA48C34-E6EB-E74F-83C1-6E9BE3D71657}" sibTransId="{CE4D278C-C547-9A41-B262-82C9CBCE3840}"/>
    <dgm:cxn modelId="{8B2BBB87-12DF-0245-A694-5F4FD3593932}" type="presOf" srcId="{175DE024-72C2-DC43-B743-5832B8B44E5F}" destId="{1B509F09-BABC-2642-8182-0B69D2030B33}" srcOrd="0" destOrd="0" presId="urn:microsoft.com/office/officeart/2017/3/layout/DropPinTimeline"/>
    <dgm:cxn modelId="{5F30BC91-3800-BD4B-8B92-51209971AF07}" srcId="{9C5FBA33-4555-9E49-B4B0-D0CE47D420C2}" destId="{FE1D0CAC-A59A-FF4C-8298-DCD94DA4650B}" srcOrd="0" destOrd="0" parTransId="{8E25B82D-A609-E34A-A547-4C6E604F74BA}" sibTransId="{836E153E-AF7C-9C48-9F3F-F7F4948E8709}"/>
    <dgm:cxn modelId="{BBFC6595-5FFB-4140-94EE-A321233BE0DF}" type="presOf" srcId="{97B21AF9-471E-0344-A38F-1DD441E117DC}" destId="{A8D99AFD-9934-7C43-8DE2-11F2F81352D7}" srcOrd="0" destOrd="0" presId="urn:microsoft.com/office/officeart/2017/3/layout/DropPinTimeline"/>
    <dgm:cxn modelId="{CC1E1396-DFE1-5E44-AF5A-F53631118E60}" type="presOf" srcId="{B7F8C414-1F92-4E04-8C8B-04A1120A7474}" destId="{7C4ADF1C-42F3-0648-8AF9-F78463522882}" srcOrd="0" destOrd="0" presId="urn:microsoft.com/office/officeart/2017/3/layout/DropPinTimeline"/>
    <dgm:cxn modelId="{D11E1B9E-E400-D541-9141-2AE869F78D82}" type="presOf" srcId="{3088D35C-29D4-4894-929E-9F33108CF562}" destId="{DAEAE5C3-FC0F-7544-8AF2-EB26BA256B43}" srcOrd="0" destOrd="0" presId="urn:microsoft.com/office/officeart/2017/3/layout/DropPinTimeline"/>
    <dgm:cxn modelId="{42B826A3-88D3-C840-9960-1BAA4582A242}" type="presOf" srcId="{9AADB3F0-3C12-2545-8384-988D2A55F127}" destId="{2B87FA0D-8251-5540-965C-9C5CA71264A8}" srcOrd="0" destOrd="0" presId="urn:microsoft.com/office/officeart/2017/3/layout/DropPinTimeline"/>
    <dgm:cxn modelId="{ED84CCA8-0735-D649-A4DC-D50F3D8BA389}" type="presOf" srcId="{E54B249A-FFC4-7D42-828E-0D3244CF9CC9}" destId="{8EDBE1AA-B365-3041-B759-52A1172D5CF7}" srcOrd="0" destOrd="0" presId="urn:microsoft.com/office/officeart/2017/3/layout/DropPinTimeline"/>
    <dgm:cxn modelId="{D559A6A9-3E3C-4636-9676-606399A5F209}" srcId="{2192D7B3-0F44-45F6-81B3-C45D84ACB826}" destId="{B7F8C414-1F92-4E04-8C8B-04A1120A7474}" srcOrd="0" destOrd="0" parTransId="{E5AFF581-74DA-467B-8280-4D38D8A2FB50}" sibTransId="{A2ED8710-EC73-4ADB-A995-40B59FED20C4}"/>
    <dgm:cxn modelId="{DA3F1FAD-8501-EE4D-BD11-18F87CA6E33F}" type="presOf" srcId="{9CC2AC29-8AD6-7A42-AA3F-DA034A69FAEE}" destId="{12E05C7B-87AD-9A43-BA31-24165A9C660B}" srcOrd="0" destOrd="0" presId="urn:microsoft.com/office/officeart/2017/3/layout/DropPinTimeline"/>
    <dgm:cxn modelId="{711F64AE-2B32-304C-B213-AC314D20EA30}" type="presOf" srcId="{93A07204-8101-4E75-B952-FD96C7C1B8A6}" destId="{AC036271-CE11-AA42-A170-2F5608034FA3}" srcOrd="0" destOrd="0" presId="urn:microsoft.com/office/officeart/2017/3/layout/DropPinTimeline"/>
    <dgm:cxn modelId="{3D1050B1-D28A-D740-9ED1-05E6E9A80E57}" type="presOf" srcId="{5950B119-772E-419C-ACF3-FC679F1821E2}" destId="{B5A76123-4788-D440-9331-7A3ABCF6BC7F}" srcOrd="0" destOrd="0" presId="urn:microsoft.com/office/officeart/2017/3/layout/DropPinTimeline"/>
    <dgm:cxn modelId="{4CA365BB-8143-974E-BFF1-1B4A9B8C272F}" type="presOf" srcId="{9C5FBA33-4555-9E49-B4B0-D0CE47D420C2}" destId="{41ADF357-89B3-DC46-9284-7070652F27FE}" srcOrd="0" destOrd="0" presId="urn:microsoft.com/office/officeart/2017/3/layout/DropPinTimeline"/>
    <dgm:cxn modelId="{5DBA59BE-BDE9-8E46-863D-A0C3E801FFAE}" type="presOf" srcId="{08DCD969-B5D5-264B-B847-41844FC28417}" destId="{149DE084-1B48-C141-8F99-9A10F1A0C326}" srcOrd="0" destOrd="0" presId="urn:microsoft.com/office/officeart/2017/3/layout/DropPinTimeline"/>
    <dgm:cxn modelId="{CAF4B6C1-FEDA-8F46-A31E-0BB898EE0B23}" srcId="{A2FD5B97-95C2-4103-AC55-F9C6F410CED6}" destId="{F37772D2-CFD1-2840-A0AD-5588BFCFD386}" srcOrd="10" destOrd="0" parTransId="{8F216A9E-1B19-A747-B8E1-A5D4BEDA8A30}" sibTransId="{B82A95A6-C6F7-EC46-9D05-5F75BEADF0E2}"/>
    <dgm:cxn modelId="{842F9DC6-9A60-2D4A-86C0-DC978E4B0E64}" type="presOf" srcId="{CED392D1-5E7A-EF43-BE22-9F05E47E7D18}" destId="{DC868E6A-3B05-B54A-A410-23A70AEB8370}" srcOrd="0" destOrd="0" presId="urn:microsoft.com/office/officeart/2017/3/layout/DropPinTimeline"/>
    <dgm:cxn modelId="{F179D9D4-A83E-254B-8E51-214F8B4C959B}" srcId="{576162C5-288F-2847-85D8-2D3E596E2A61}" destId="{175DE024-72C2-DC43-B743-5832B8B44E5F}" srcOrd="0" destOrd="0" parTransId="{5A7DE9B9-2446-D240-8AC8-04EDD4C79701}" sibTransId="{87FC55BA-38FD-0D46-A197-4DDBA4485C64}"/>
    <dgm:cxn modelId="{C89D7FD9-26FB-0F48-904D-4ED97A1C3200}" srcId="{9084199E-0530-2546-B054-C0B1581016CE}" destId="{904A819F-47B0-034D-9957-C225A78797BB}" srcOrd="0" destOrd="0" parTransId="{F48D678F-D288-5B40-9EBA-D612DF302B7F}" sibTransId="{25154F97-02D8-BD4B-B452-89401465FBC1}"/>
    <dgm:cxn modelId="{60DBE6E4-54D0-7A47-BC31-062EA8655EDC}" type="presOf" srcId="{A5193A37-2446-44CB-AD2B-26FFE8F4BCF8}" destId="{ACF96372-D5BF-A94D-97FA-D398F1B9B171}" srcOrd="0" destOrd="0" presId="urn:microsoft.com/office/officeart/2017/3/layout/DropPinTimeline"/>
    <dgm:cxn modelId="{1070A6E8-F11A-4AD8-98D4-6322E256F280}" srcId="{0B18FF62-4C6B-4299-B1D2-48EF2B284857}" destId="{3088D35C-29D4-4894-929E-9F33108CF562}" srcOrd="0" destOrd="0" parTransId="{581E8707-42D2-4CA0-813A-353D0A074D20}" sibTransId="{5DF9B756-C445-45C8-A4AE-950B01B1970C}"/>
    <dgm:cxn modelId="{8DEF30EE-C334-7841-AEB5-E8617A6F260C}" srcId="{A2FD5B97-95C2-4103-AC55-F9C6F410CED6}" destId="{97B21AF9-471E-0344-A38F-1DD441E117DC}" srcOrd="2" destOrd="0" parTransId="{B8172991-F210-A742-8D0A-66F64D684718}" sibTransId="{BD584AD3-4111-BA48-91DF-DECD0CE9D638}"/>
    <dgm:cxn modelId="{F23C53F2-CD4D-8247-B76E-5C7E42BF9DB0}" type="presOf" srcId="{75768879-6C56-4CBC-AD33-C448467B7F13}" destId="{59FA1A88-2F53-7A49-856D-56586EB90A73}" srcOrd="0" destOrd="0" presId="urn:microsoft.com/office/officeart/2017/3/layout/DropPinTimeline"/>
    <dgm:cxn modelId="{463490F5-1DBB-2541-A670-9B1FC1A33211}" type="presOf" srcId="{0B18FF62-4C6B-4299-B1D2-48EF2B284857}" destId="{05532AEA-B284-B645-9DE4-0262E88A4BF9}" srcOrd="0" destOrd="0" presId="urn:microsoft.com/office/officeart/2017/3/layout/DropPinTimeline"/>
    <dgm:cxn modelId="{8B8D14F6-BCB0-B046-A5C5-8EFFD4CCFD89}" srcId="{97B21AF9-471E-0344-A38F-1DD441E117DC}" destId="{D0AD7907-916D-C04E-874B-C24278FDEA94}" srcOrd="0" destOrd="0" parTransId="{D90C5D26-C106-DE4F-A82C-DE6FE482D6EB}" sibTransId="{FDE0B15E-BA5B-A548-9A46-C5C6431A09F1}"/>
    <dgm:cxn modelId="{6BB344F7-3C89-A046-96AF-5928E67AC353}" srcId="{A2FD5B97-95C2-4103-AC55-F9C6F410CED6}" destId="{08DCD969-B5D5-264B-B847-41844FC28417}" srcOrd="0" destOrd="0" parTransId="{F37A7440-5317-554B-84AC-AC8ABB7E3EFE}" sibTransId="{099B4DDA-1209-6D4B-AE32-47823D28C064}"/>
    <dgm:cxn modelId="{1A87BB42-B8B8-FE4D-9A64-627CC420B92F}" type="presParOf" srcId="{BB78594C-54DF-384E-B8E8-10AAB68AE73E}" destId="{1D12DBCE-E4B3-5F44-838D-7A82E388D5A9}" srcOrd="0" destOrd="0" presId="urn:microsoft.com/office/officeart/2017/3/layout/DropPinTimeline"/>
    <dgm:cxn modelId="{2D10BC80-4330-9849-BA53-DCFCF9ED13E1}" type="presParOf" srcId="{BB78594C-54DF-384E-B8E8-10AAB68AE73E}" destId="{055D9C99-045E-4048-B07B-42A2BD34991B}" srcOrd="1" destOrd="0" presId="urn:microsoft.com/office/officeart/2017/3/layout/DropPinTimeline"/>
    <dgm:cxn modelId="{22F584AE-0D32-CD47-9750-324706F75288}" type="presParOf" srcId="{055D9C99-045E-4048-B07B-42A2BD34991B}" destId="{AACF30C5-9AC9-E847-8487-F41CFB34AE15}" srcOrd="0" destOrd="0" presId="urn:microsoft.com/office/officeart/2017/3/layout/DropPinTimeline"/>
    <dgm:cxn modelId="{57CE68CD-33B1-5348-A0A2-C3EC6B98F79E}" type="presParOf" srcId="{AACF30C5-9AC9-E847-8487-F41CFB34AE15}" destId="{1CA92B62-4C57-854B-B37E-04B55D3E919C}" srcOrd="0" destOrd="0" presId="urn:microsoft.com/office/officeart/2017/3/layout/DropPinTimeline"/>
    <dgm:cxn modelId="{AA85A188-C2B9-F247-B5CB-DFAE30B4E177}" type="presParOf" srcId="{AACF30C5-9AC9-E847-8487-F41CFB34AE15}" destId="{4AF6278C-5019-0347-8CC5-88821DEAE11B}" srcOrd="1" destOrd="0" presId="urn:microsoft.com/office/officeart/2017/3/layout/DropPinTimeline"/>
    <dgm:cxn modelId="{F8501659-C9C4-684A-8A6C-093C71A971E3}" type="presParOf" srcId="{4AF6278C-5019-0347-8CC5-88821DEAE11B}" destId="{0EB6E106-3816-4540-8E40-314C204A47B8}" srcOrd="0" destOrd="0" presId="urn:microsoft.com/office/officeart/2017/3/layout/DropPinTimeline"/>
    <dgm:cxn modelId="{DFE74B36-D10F-E644-9201-450AC1D1E69A}" type="presParOf" srcId="{4AF6278C-5019-0347-8CC5-88821DEAE11B}" destId="{AEEA75F2-8735-4044-A425-6B04D6880C30}" srcOrd="1" destOrd="0" presId="urn:microsoft.com/office/officeart/2017/3/layout/DropPinTimeline"/>
    <dgm:cxn modelId="{61EA8CE8-F004-F345-80FB-C15644660A89}" type="presParOf" srcId="{AACF30C5-9AC9-E847-8487-F41CFB34AE15}" destId="{8EDBE1AA-B365-3041-B759-52A1172D5CF7}" srcOrd="2" destOrd="0" presId="urn:microsoft.com/office/officeart/2017/3/layout/DropPinTimeline"/>
    <dgm:cxn modelId="{D5B2A05F-282F-9C40-9B46-3ED4F199B780}" type="presParOf" srcId="{AACF30C5-9AC9-E847-8487-F41CFB34AE15}" destId="{149DE084-1B48-C141-8F99-9A10F1A0C326}" srcOrd="3" destOrd="0" presId="urn:microsoft.com/office/officeart/2017/3/layout/DropPinTimeline"/>
    <dgm:cxn modelId="{3D6655BE-E1D9-BA48-82B5-1CF512863848}" type="presParOf" srcId="{AACF30C5-9AC9-E847-8487-F41CFB34AE15}" destId="{2F1A1D30-1B32-1F48-B43D-1C8795D0D3AE}" srcOrd="4" destOrd="0" presId="urn:microsoft.com/office/officeart/2017/3/layout/DropPinTimeline"/>
    <dgm:cxn modelId="{91E7C189-56EE-CF42-8BCB-707E71C23887}" type="presParOf" srcId="{AACF30C5-9AC9-E847-8487-F41CFB34AE15}" destId="{1125D877-8B4E-6F4E-AFC0-33AA9EA0F307}" srcOrd="5" destOrd="0" presId="urn:microsoft.com/office/officeart/2017/3/layout/DropPinTimeline"/>
    <dgm:cxn modelId="{963FDCCD-1693-6047-B617-44B691AF25D6}" type="presParOf" srcId="{055D9C99-045E-4048-B07B-42A2BD34991B}" destId="{C3A9A294-68A2-CB43-807D-5C3D5207D171}" srcOrd="1" destOrd="0" presId="urn:microsoft.com/office/officeart/2017/3/layout/DropPinTimeline"/>
    <dgm:cxn modelId="{72542C1B-FD5E-684B-979E-4E32182D9EFD}" type="presParOf" srcId="{055D9C99-045E-4048-B07B-42A2BD34991B}" destId="{92AECE56-409F-A144-A896-BE2904B60A2A}" srcOrd="2" destOrd="0" presId="urn:microsoft.com/office/officeart/2017/3/layout/DropPinTimeline"/>
    <dgm:cxn modelId="{2113EBD0-C0C6-894E-8D5A-1B8BF5AFA4BB}" type="presParOf" srcId="{92AECE56-409F-A144-A896-BE2904B60A2A}" destId="{4A0AD89C-EF19-DE42-8748-356F2006A026}" srcOrd="0" destOrd="0" presId="urn:microsoft.com/office/officeart/2017/3/layout/DropPinTimeline"/>
    <dgm:cxn modelId="{4056CA7C-E918-8749-B934-A9D773CC00AC}" type="presParOf" srcId="{92AECE56-409F-A144-A896-BE2904B60A2A}" destId="{2D1F3D66-6776-D249-AE89-B636264281D5}" srcOrd="1" destOrd="0" presId="urn:microsoft.com/office/officeart/2017/3/layout/DropPinTimeline"/>
    <dgm:cxn modelId="{8AFCF117-48F8-D44F-A24E-A7B00EBB82A2}" type="presParOf" srcId="{2D1F3D66-6776-D249-AE89-B636264281D5}" destId="{E04F9DC7-D2C1-F242-B25C-D3184298F499}" srcOrd="0" destOrd="0" presId="urn:microsoft.com/office/officeart/2017/3/layout/DropPinTimeline"/>
    <dgm:cxn modelId="{397DDB16-EAF0-E84D-9A37-1E83D598881E}" type="presParOf" srcId="{2D1F3D66-6776-D249-AE89-B636264281D5}" destId="{898721BC-F3CF-5C47-AA97-98ED277C5FDB}" srcOrd="1" destOrd="0" presId="urn:microsoft.com/office/officeart/2017/3/layout/DropPinTimeline"/>
    <dgm:cxn modelId="{AD15A5B6-FEEA-6B42-ABBB-A8D434C700AE}" type="presParOf" srcId="{92AECE56-409F-A144-A896-BE2904B60A2A}" destId="{CB88406B-D87B-4A4A-B2F3-E7AF61AAAAA4}" srcOrd="2" destOrd="0" presId="urn:microsoft.com/office/officeart/2017/3/layout/DropPinTimeline"/>
    <dgm:cxn modelId="{75C0DB4D-DA3B-CE4C-B622-5A0999919239}" type="presParOf" srcId="{92AECE56-409F-A144-A896-BE2904B60A2A}" destId="{41ADF357-89B3-DC46-9284-7070652F27FE}" srcOrd="3" destOrd="0" presId="urn:microsoft.com/office/officeart/2017/3/layout/DropPinTimeline"/>
    <dgm:cxn modelId="{345C611D-7FC1-3A41-90AF-596800C0CFF4}" type="presParOf" srcId="{92AECE56-409F-A144-A896-BE2904B60A2A}" destId="{5C81CE47-1981-3C4C-B311-E3EA4316DFA0}" srcOrd="4" destOrd="0" presId="urn:microsoft.com/office/officeart/2017/3/layout/DropPinTimeline"/>
    <dgm:cxn modelId="{D233ADA8-BC99-9D41-BD8E-E3D9C4E4C6DE}" type="presParOf" srcId="{92AECE56-409F-A144-A896-BE2904B60A2A}" destId="{F11C24C0-F4D0-AD4B-8F35-6E255387054D}" srcOrd="5" destOrd="0" presId="urn:microsoft.com/office/officeart/2017/3/layout/DropPinTimeline"/>
    <dgm:cxn modelId="{D23CCDC1-B437-1F49-A26E-D4BB874F5CD2}" type="presParOf" srcId="{055D9C99-045E-4048-B07B-42A2BD34991B}" destId="{5ED4ADEC-4127-E345-8E34-D87078FA4AB4}" srcOrd="3" destOrd="0" presId="urn:microsoft.com/office/officeart/2017/3/layout/DropPinTimeline"/>
    <dgm:cxn modelId="{B9410AB1-AE14-AC4A-9BF8-B953E01E7AEE}" type="presParOf" srcId="{055D9C99-045E-4048-B07B-42A2BD34991B}" destId="{49575452-48AF-B144-B8CF-F4E0098690FA}" srcOrd="4" destOrd="0" presId="urn:microsoft.com/office/officeart/2017/3/layout/DropPinTimeline"/>
    <dgm:cxn modelId="{19DE1552-49C9-EE42-B2E8-C07EA5E54577}" type="presParOf" srcId="{49575452-48AF-B144-B8CF-F4E0098690FA}" destId="{81A62A99-347E-C347-A0FD-C25802B8AF4B}" srcOrd="0" destOrd="0" presId="urn:microsoft.com/office/officeart/2017/3/layout/DropPinTimeline"/>
    <dgm:cxn modelId="{695E7F92-08BB-5E41-A089-4DC55F2B7427}" type="presParOf" srcId="{49575452-48AF-B144-B8CF-F4E0098690FA}" destId="{308B6E28-AE6E-6846-97C0-47590CC13F2E}" srcOrd="1" destOrd="0" presId="urn:microsoft.com/office/officeart/2017/3/layout/DropPinTimeline"/>
    <dgm:cxn modelId="{63D80A9B-6798-AB4F-A5F4-0531D098247A}" type="presParOf" srcId="{308B6E28-AE6E-6846-97C0-47590CC13F2E}" destId="{3420F430-0A81-2744-9FF0-62059C77A764}" srcOrd="0" destOrd="0" presId="urn:microsoft.com/office/officeart/2017/3/layout/DropPinTimeline"/>
    <dgm:cxn modelId="{0F5A47B6-3081-BF43-B41A-CA3A94A11398}" type="presParOf" srcId="{308B6E28-AE6E-6846-97C0-47590CC13F2E}" destId="{BABD99EE-5705-FB4E-8E6E-7DEE7888DE76}" srcOrd="1" destOrd="0" presId="urn:microsoft.com/office/officeart/2017/3/layout/DropPinTimeline"/>
    <dgm:cxn modelId="{A2CF9F03-DBA4-8F48-B4C2-0A9BD8866E38}" type="presParOf" srcId="{49575452-48AF-B144-B8CF-F4E0098690FA}" destId="{A8FC9523-CD56-F442-8B5B-C267B47F8047}" srcOrd="2" destOrd="0" presId="urn:microsoft.com/office/officeart/2017/3/layout/DropPinTimeline"/>
    <dgm:cxn modelId="{8012F974-CEEC-0845-9C7D-7F385806F9FA}" type="presParOf" srcId="{49575452-48AF-B144-B8CF-F4E0098690FA}" destId="{A8D99AFD-9934-7C43-8DE2-11F2F81352D7}" srcOrd="3" destOrd="0" presId="urn:microsoft.com/office/officeart/2017/3/layout/DropPinTimeline"/>
    <dgm:cxn modelId="{74B55A3F-7AC6-0442-911E-3857D43E9A72}" type="presParOf" srcId="{49575452-48AF-B144-B8CF-F4E0098690FA}" destId="{93AB47D4-13D5-274F-B3F7-F7CE2B14F566}" srcOrd="4" destOrd="0" presId="urn:microsoft.com/office/officeart/2017/3/layout/DropPinTimeline"/>
    <dgm:cxn modelId="{0A2D436A-AE60-5947-8E2C-2455C28E00F4}" type="presParOf" srcId="{49575452-48AF-B144-B8CF-F4E0098690FA}" destId="{90405B47-DEAB-EC42-A3AD-17CE10D44B87}" srcOrd="5" destOrd="0" presId="urn:microsoft.com/office/officeart/2017/3/layout/DropPinTimeline"/>
    <dgm:cxn modelId="{A5FEF19A-0511-3F41-9575-1BBE316EDB3A}" type="presParOf" srcId="{055D9C99-045E-4048-B07B-42A2BD34991B}" destId="{C6245397-97B6-EB41-A6F6-37F2E372602A}" srcOrd="5" destOrd="0" presId="urn:microsoft.com/office/officeart/2017/3/layout/DropPinTimeline"/>
    <dgm:cxn modelId="{39FE2C03-0855-3B46-B7BB-A42052483CC8}" type="presParOf" srcId="{055D9C99-045E-4048-B07B-42A2BD34991B}" destId="{C3DFAF3E-8F0E-AE42-B523-AF71934A74DC}" srcOrd="6" destOrd="0" presId="urn:microsoft.com/office/officeart/2017/3/layout/DropPinTimeline"/>
    <dgm:cxn modelId="{CC572700-8CB0-5B4C-8300-1858F5B237DE}" type="presParOf" srcId="{C3DFAF3E-8F0E-AE42-B523-AF71934A74DC}" destId="{29513856-6C9A-1141-90E3-94B6E2D2F163}" srcOrd="0" destOrd="0" presId="urn:microsoft.com/office/officeart/2017/3/layout/DropPinTimeline"/>
    <dgm:cxn modelId="{31361C88-4CB9-094B-B56E-E7152F6985D9}" type="presParOf" srcId="{C3DFAF3E-8F0E-AE42-B523-AF71934A74DC}" destId="{75D5A2E9-25DA-7E43-A5D2-1B5A86503962}" srcOrd="1" destOrd="0" presId="urn:microsoft.com/office/officeart/2017/3/layout/DropPinTimeline"/>
    <dgm:cxn modelId="{BBE0AB27-4A65-6B49-B1D4-EF0FE6002650}" type="presParOf" srcId="{75D5A2E9-25DA-7E43-A5D2-1B5A86503962}" destId="{7608958B-B759-AE4B-8977-52A16DEE0FAE}" srcOrd="0" destOrd="0" presId="urn:microsoft.com/office/officeart/2017/3/layout/DropPinTimeline"/>
    <dgm:cxn modelId="{AD16A184-CF5A-D447-8C8D-F3BD6F915BCC}" type="presParOf" srcId="{75D5A2E9-25DA-7E43-A5D2-1B5A86503962}" destId="{81CAB19E-A106-9F48-A264-6A5D571EBA49}" srcOrd="1" destOrd="0" presId="urn:microsoft.com/office/officeart/2017/3/layout/DropPinTimeline"/>
    <dgm:cxn modelId="{11F614F8-4C4C-D748-A7C9-F6573BEA264A}" type="presParOf" srcId="{C3DFAF3E-8F0E-AE42-B523-AF71934A74DC}" destId="{3168CE24-7D45-3E48-9231-A0C5A8297E3C}" srcOrd="2" destOrd="0" presId="urn:microsoft.com/office/officeart/2017/3/layout/DropPinTimeline"/>
    <dgm:cxn modelId="{65353390-3C88-2244-B7DA-7A0D54E760B7}" type="presParOf" srcId="{C3DFAF3E-8F0E-AE42-B523-AF71934A74DC}" destId="{4F324418-53CF-534F-A36B-A1F7484BF718}" srcOrd="3" destOrd="0" presId="urn:microsoft.com/office/officeart/2017/3/layout/DropPinTimeline"/>
    <dgm:cxn modelId="{ACED50A0-E052-B640-AC0A-81F93F8C64ED}" type="presParOf" srcId="{C3DFAF3E-8F0E-AE42-B523-AF71934A74DC}" destId="{33D07530-6618-3847-BB85-BD4EB0350CAA}" srcOrd="4" destOrd="0" presId="urn:microsoft.com/office/officeart/2017/3/layout/DropPinTimeline"/>
    <dgm:cxn modelId="{469C1DFA-2CBA-8F47-905F-C0B56D5F2E1A}" type="presParOf" srcId="{C3DFAF3E-8F0E-AE42-B523-AF71934A74DC}" destId="{9577559F-44FF-E74B-8EF0-9C9ED9F1237F}" srcOrd="5" destOrd="0" presId="urn:microsoft.com/office/officeart/2017/3/layout/DropPinTimeline"/>
    <dgm:cxn modelId="{47BF745C-97A9-6845-A888-4F3832819D50}" type="presParOf" srcId="{055D9C99-045E-4048-B07B-42A2BD34991B}" destId="{779E25E6-381F-DB4F-815A-E0E6A95DFBF8}" srcOrd="7" destOrd="0" presId="urn:microsoft.com/office/officeart/2017/3/layout/DropPinTimeline"/>
    <dgm:cxn modelId="{C091AF87-EAB7-2D4D-9B5D-636763E5D098}" type="presParOf" srcId="{055D9C99-045E-4048-B07B-42A2BD34991B}" destId="{C503976D-30D5-9544-BA31-1223D8058B01}" srcOrd="8" destOrd="0" presId="urn:microsoft.com/office/officeart/2017/3/layout/DropPinTimeline"/>
    <dgm:cxn modelId="{63382EDE-62F9-764C-8FF0-B45401BFF1ED}" type="presParOf" srcId="{C503976D-30D5-9544-BA31-1223D8058B01}" destId="{E7ACE7A5-3C2D-2B4F-A277-CA59E8257C10}" srcOrd="0" destOrd="0" presId="urn:microsoft.com/office/officeart/2017/3/layout/DropPinTimeline"/>
    <dgm:cxn modelId="{E2E39379-8448-114A-926C-9AAF540B7826}" type="presParOf" srcId="{C503976D-30D5-9544-BA31-1223D8058B01}" destId="{35FE7D57-91AB-0740-8FB7-FE0AC4D56672}" srcOrd="1" destOrd="0" presId="urn:microsoft.com/office/officeart/2017/3/layout/DropPinTimeline"/>
    <dgm:cxn modelId="{79FC7B69-A3BC-3C48-8920-1E6C7DF8EE43}" type="presParOf" srcId="{35FE7D57-91AB-0740-8FB7-FE0AC4D56672}" destId="{847BF021-9526-D54B-AE7E-76900FCB1B05}" srcOrd="0" destOrd="0" presId="urn:microsoft.com/office/officeart/2017/3/layout/DropPinTimeline"/>
    <dgm:cxn modelId="{51FEFDBA-A8E4-3946-A3A4-D19D28E0CA79}" type="presParOf" srcId="{35FE7D57-91AB-0740-8FB7-FE0AC4D56672}" destId="{47FE3EE6-88C6-9742-8D33-A4C5FCB91F55}" srcOrd="1" destOrd="0" presId="urn:microsoft.com/office/officeart/2017/3/layout/DropPinTimeline"/>
    <dgm:cxn modelId="{B408A6B7-19CA-164C-AE13-EF0140590144}" type="presParOf" srcId="{C503976D-30D5-9544-BA31-1223D8058B01}" destId="{73182A5D-DD6B-294C-9DA2-3D9D6D583CA4}" srcOrd="2" destOrd="0" presId="urn:microsoft.com/office/officeart/2017/3/layout/DropPinTimeline"/>
    <dgm:cxn modelId="{82DC28B5-F250-624A-8559-399637207253}" type="presParOf" srcId="{C503976D-30D5-9544-BA31-1223D8058B01}" destId="{4519A563-0361-8640-9F94-7F34A8CD6764}" srcOrd="3" destOrd="0" presId="urn:microsoft.com/office/officeart/2017/3/layout/DropPinTimeline"/>
    <dgm:cxn modelId="{33E708B4-804A-3144-9D81-FE0ACF80D4E5}" type="presParOf" srcId="{C503976D-30D5-9544-BA31-1223D8058B01}" destId="{60950E89-7F61-964E-A2EE-BD0F1FFA1115}" srcOrd="4" destOrd="0" presId="urn:microsoft.com/office/officeart/2017/3/layout/DropPinTimeline"/>
    <dgm:cxn modelId="{685D0015-22A5-704D-9F9B-7BF53F8B8D91}" type="presParOf" srcId="{C503976D-30D5-9544-BA31-1223D8058B01}" destId="{BD73F446-1761-EA46-B4A6-57E9AF0290B2}" srcOrd="5" destOrd="0" presId="urn:microsoft.com/office/officeart/2017/3/layout/DropPinTimeline"/>
    <dgm:cxn modelId="{CE02CFB1-8AEE-FA4D-9D62-A5490969944A}" type="presParOf" srcId="{055D9C99-045E-4048-B07B-42A2BD34991B}" destId="{60B9A574-3AFB-C14F-8EF2-5101EA2A52E0}" srcOrd="9" destOrd="0" presId="urn:microsoft.com/office/officeart/2017/3/layout/DropPinTimeline"/>
    <dgm:cxn modelId="{CE97D843-D3A5-274D-A338-20D063DC8A15}" type="presParOf" srcId="{055D9C99-045E-4048-B07B-42A2BD34991B}" destId="{EEACAB19-0871-7E4C-A9F6-FCE0CDB70107}" srcOrd="10" destOrd="0" presId="urn:microsoft.com/office/officeart/2017/3/layout/DropPinTimeline"/>
    <dgm:cxn modelId="{2A53A313-8F08-754B-B367-F68C2E45ECED}" type="presParOf" srcId="{EEACAB19-0871-7E4C-A9F6-FCE0CDB70107}" destId="{67EE10C8-D928-7942-8665-0B28296279CC}" srcOrd="0" destOrd="0" presId="urn:microsoft.com/office/officeart/2017/3/layout/DropPinTimeline"/>
    <dgm:cxn modelId="{7B275571-A031-9646-AC38-C23200E36860}" type="presParOf" srcId="{EEACAB19-0871-7E4C-A9F6-FCE0CDB70107}" destId="{E5DE5469-E712-744E-B93E-6D7718D8A642}" srcOrd="1" destOrd="0" presId="urn:microsoft.com/office/officeart/2017/3/layout/DropPinTimeline"/>
    <dgm:cxn modelId="{CAC558C6-A21E-BC45-B904-E01A08348B6E}" type="presParOf" srcId="{E5DE5469-E712-744E-B93E-6D7718D8A642}" destId="{C6590A8E-E533-B348-9B5B-8AF86099D238}" srcOrd="0" destOrd="0" presId="urn:microsoft.com/office/officeart/2017/3/layout/DropPinTimeline"/>
    <dgm:cxn modelId="{DE7FF725-291F-BA44-96FD-F5D2562AAA29}" type="presParOf" srcId="{E5DE5469-E712-744E-B93E-6D7718D8A642}" destId="{38012993-0642-6B48-A32D-A7D1E68DD2CB}" srcOrd="1" destOrd="0" presId="urn:microsoft.com/office/officeart/2017/3/layout/DropPinTimeline"/>
    <dgm:cxn modelId="{BB8A3F28-9D6D-2443-AE17-65097DFC44BB}" type="presParOf" srcId="{EEACAB19-0871-7E4C-A9F6-FCE0CDB70107}" destId="{59FA1A88-2F53-7A49-856D-56586EB90A73}" srcOrd="2" destOrd="0" presId="urn:microsoft.com/office/officeart/2017/3/layout/DropPinTimeline"/>
    <dgm:cxn modelId="{CECD853F-32D9-374B-9379-467C686C9DED}" type="presParOf" srcId="{EEACAB19-0871-7E4C-A9F6-FCE0CDB70107}" destId="{AC036271-CE11-AA42-A170-2F5608034FA3}" srcOrd="3" destOrd="0" presId="urn:microsoft.com/office/officeart/2017/3/layout/DropPinTimeline"/>
    <dgm:cxn modelId="{6959A112-EA34-1B4C-94C5-3BF0B75B8313}" type="presParOf" srcId="{EEACAB19-0871-7E4C-A9F6-FCE0CDB70107}" destId="{3888E333-C364-4E47-BA04-A9B0A24132CC}" srcOrd="4" destOrd="0" presId="urn:microsoft.com/office/officeart/2017/3/layout/DropPinTimeline"/>
    <dgm:cxn modelId="{E8257EF8-1649-7146-A69C-27EE65B27C92}" type="presParOf" srcId="{EEACAB19-0871-7E4C-A9F6-FCE0CDB70107}" destId="{56EDAEAE-713E-7B45-9D94-9409AB60707C}" srcOrd="5" destOrd="0" presId="urn:microsoft.com/office/officeart/2017/3/layout/DropPinTimeline"/>
    <dgm:cxn modelId="{117F46E8-1B56-4648-9563-B13930C9CCFA}" type="presParOf" srcId="{055D9C99-045E-4048-B07B-42A2BD34991B}" destId="{9C1A592B-DF61-764A-A8FD-B3E509B212F5}" srcOrd="11" destOrd="0" presId="urn:microsoft.com/office/officeart/2017/3/layout/DropPinTimeline"/>
    <dgm:cxn modelId="{6C6BDBCD-B223-524D-AA7A-32EF2E7EB1B3}" type="presParOf" srcId="{055D9C99-045E-4048-B07B-42A2BD34991B}" destId="{E879A20E-BE5D-4B45-BF7F-38D261F2545D}" srcOrd="12" destOrd="0" presId="urn:microsoft.com/office/officeart/2017/3/layout/DropPinTimeline"/>
    <dgm:cxn modelId="{D973B85A-B18C-224A-BBDF-F1814F51FFE9}" type="presParOf" srcId="{E879A20E-BE5D-4B45-BF7F-38D261F2545D}" destId="{78E8F1A5-FEC5-8541-AED9-35FE8DA3EB70}" srcOrd="0" destOrd="0" presId="urn:microsoft.com/office/officeart/2017/3/layout/DropPinTimeline"/>
    <dgm:cxn modelId="{424F1C21-92BB-F743-842A-BD02AFF778BF}" type="presParOf" srcId="{E879A20E-BE5D-4B45-BF7F-38D261F2545D}" destId="{44628EB4-2C4D-684E-ADA3-3BA3330F20F3}" srcOrd="1" destOrd="0" presId="urn:microsoft.com/office/officeart/2017/3/layout/DropPinTimeline"/>
    <dgm:cxn modelId="{D76BF421-5270-D146-9028-A0901DD9A58D}" type="presParOf" srcId="{44628EB4-2C4D-684E-ADA3-3BA3330F20F3}" destId="{6E000E0D-B7EE-9D4C-A293-E9047408FF7D}" srcOrd="0" destOrd="0" presId="urn:microsoft.com/office/officeart/2017/3/layout/DropPinTimeline"/>
    <dgm:cxn modelId="{2A30A566-9392-EC41-B7B4-230CAB71B131}" type="presParOf" srcId="{44628EB4-2C4D-684E-ADA3-3BA3330F20F3}" destId="{A36CCDA8-0882-FE4C-BBD6-F99E0F1FB83E}" srcOrd="1" destOrd="0" presId="urn:microsoft.com/office/officeart/2017/3/layout/DropPinTimeline"/>
    <dgm:cxn modelId="{4EACAA5A-7CDC-1E47-90E6-BD416B4DA0C0}" type="presParOf" srcId="{E879A20E-BE5D-4B45-BF7F-38D261F2545D}" destId="{B5A76123-4788-D440-9331-7A3ABCF6BC7F}" srcOrd="2" destOrd="0" presId="urn:microsoft.com/office/officeart/2017/3/layout/DropPinTimeline"/>
    <dgm:cxn modelId="{5D367407-8D71-A440-B2EA-042989F72BD6}" type="presParOf" srcId="{E879A20E-BE5D-4B45-BF7F-38D261F2545D}" destId="{66A4BEE1-C4C8-2146-B83A-D3860C7F84E3}" srcOrd="3" destOrd="0" presId="urn:microsoft.com/office/officeart/2017/3/layout/DropPinTimeline"/>
    <dgm:cxn modelId="{5EE686DD-1421-5B40-85DB-DF410A90C227}" type="presParOf" srcId="{E879A20E-BE5D-4B45-BF7F-38D261F2545D}" destId="{C94FC733-F78A-C645-A271-9DC56C4941F5}" srcOrd="4" destOrd="0" presId="urn:microsoft.com/office/officeart/2017/3/layout/DropPinTimeline"/>
    <dgm:cxn modelId="{61A8F952-AC9E-1C44-A76C-0B2CA2C92137}" type="presParOf" srcId="{E879A20E-BE5D-4B45-BF7F-38D261F2545D}" destId="{88629859-AB6E-0947-AA65-063929C860AC}" srcOrd="5" destOrd="0" presId="urn:microsoft.com/office/officeart/2017/3/layout/DropPinTimeline"/>
    <dgm:cxn modelId="{D86F9ECA-404D-FD48-8F0B-B126DFADF0DC}" type="presParOf" srcId="{055D9C99-045E-4048-B07B-42A2BD34991B}" destId="{2F774F46-46F6-5447-99EF-387BDFAE6FB6}" srcOrd="13" destOrd="0" presId="urn:microsoft.com/office/officeart/2017/3/layout/DropPinTimeline"/>
    <dgm:cxn modelId="{F92F0D42-18D5-844F-9EC3-48DA817E7879}" type="presParOf" srcId="{055D9C99-045E-4048-B07B-42A2BD34991B}" destId="{2D3E45AC-C224-4E42-B4C8-CD53FDCE6853}" srcOrd="14" destOrd="0" presId="urn:microsoft.com/office/officeart/2017/3/layout/DropPinTimeline"/>
    <dgm:cxn modelId="{9A74EDD5-9B01-E549-9E7E-3F541CBAAEFD}" type="presParOf" srcId="{2D3E45AC-C224-4E42-B4C8-CD53FDCE6853}" destId="{47B724AD-D5C5-6043-B8B0-60DEC10E86AF}" srcOrd="0" destOrd="0" presId="urn:microsoft.com/office/officeart/2017/3/layout/DropPinTimeline"/>
    <dgm:cxn modelId="{2980318A-E0B2-CF46-9762-345269287EEE}" type="presParOf" srcId="{2D3E45AC-C224-4E42-B4C8-CD53FDCE6853}" destId="{BF0BA50B-6161-0B48-8507-7974413F429A}" srcOrd="1" destOrd="0" presId="urn:microsoft.com/office/officeart/2017/3/layout/DropPinTimeline"/>
    <dgm:cxn modelId="{445414C2-AF89-D044-A52B-D81A70D59E4B}" type="presParOf" srcId="{BF0BA50B-6161-0B48-8507-7974413F429A}" destId="{D45ACE81-B26F-5248-BB4E-05816D09ECA6}" srcOrd="0" destOrd="0" presId="urn:microsoft.com/office/officeart/2017/3/layout/DropPinTimeline"/>
    <dgm:cxn modelId="{12DA7765-0D28-094C-9573-C58BCC041D3C}" type="presParOf" srcId="{BF0BA50B-6161-0B48-8507-7974413F429A}" destId="{76CF6F3D-F378-0240-A9E0-4D13AFCF3E4A}" srcOrd="1" destOrd="0" presId="urn:microsoft.com/office/officeart/2017/3/layout/DropPinTimeline"/>
    <dgm:cxn modelId="{E64224BB-1248-2F47-B068-EC0C4A1E71FD}" type="presParOf" srcId="{2D3E45AC-C224-4E42-B4C8-CD53FDCE6853}" destId="{ACF96372-D5BF-A94D-97FA-D398F1B9B171}" srcOrd="2" destOrd="0" presId="urn:microsoft.com/office/officeart/2017/3/layout/DropPinTimeline"/>
    <dgm:cxn modelId="{A4058D7A-8DFE-234F-A8CD-AE582AB93C3D}" type="presParOf" srcId="{2D3E45AC-C224-4E42-B4C8-CD53FDCE6853}" destId="{A530B319-508F-0544-8549-5D3A0C754604}" srcOrd="3" destOrd="0" presId="urn:microsoft.com/office/officeart/2017/3/layout/DropPinTimeline"/>
    <dgm:cxn modelId="{18D176B4-0A92-C44C-BEAD-B1786D5E0F49}" type="presParOf" srcId="{2D3E45AC-C224-4E42-B4C8-CD53FDCE6853}" destId="{374AC2EA-0189-9C42-B62A-11D4B06B561D}" srcOrd="4" destOrd="0" presId="urn:microsoft.com/office/officeart/2017/3/layout/DropPinTimeline"/>
    <dgm:cxn modelId="{20781341-2095-114A-B49E-014A8AEB3E26}" type="presParOf" srcId="{2D3E45AC-C224-4E42-B4C8-CD53FDCE6853}" destId="{DC61086C-28A4-0542-8DA5-C59F9CB09316}" srcOrd="5" destOrd="0" presId="urn:microsoft.com/office/officeart/2017/3/layout/DropPinTimeline"/>
    <dgm:cxn modelId="{03CBE74C-2A97-3346-942D-A963928D91F4}" type="presParOf" srcId="{055D9C99-045E-4048-B07B-42A2BD34991B}" destId="{0DEA5140-E6EB-7945-ADA5-30788272A3F3}" srcOrd="15" destOrd="0" presId="urn:microsoft.com/office/officeart/2017/3/layout/DropPinTimeline"/>
    <dgm:cxn modelId="{9330DD98-C66B-9449-A918-6F58B58E9BD0}" type="presParOf" srcId="{055D9C99-045E-4048-B07B-42A2BD34991B}" destId="{EAF86483-804A-DC46-8E18-F71FDE60C3B0}" srcOrd="16" destOrd="0" presId="urn:microsoft.com/office/officeart/2017/3/layout/DropPinTimeline"/>
    <dgm:cxn modelId="{85A3A412-FC97-DD41-B0B9-811850C64C53}" type="presParOf" srcId="{EAF86483-804A-DC46-8E18-F71FDE60C3B0}" destId="{4F321C1C-E343-1C43-A3A1-A7199C447DE4}" srcOrd="0" destOrd="0" presId="urn:microsoft.com/office/officeart/2017/3/layout/DropPinTimeline"/>
    <dgm:cxn modelId="{AFCF5477-46B6-A849-9E38-ABA79D5B3D35}" type="presParOf" srcId="{EAF86483-804A-DC46-8E18-F71FDE60C3B0}" destId="{6A6F1426-6100-8D4D-B563-49FA693970E5}" srcOrd="1" destOrd="0" presId="urn:microsoft.com/office/officeart/2017/3/layout/DropPinTimeline"/>
    <dgm:cxn modelId="{3FA4FE20-03DF-4A42-AC81-8A65965F0A7E}" type="presParOf" srcId="{6A6F1426-6100-8D4D-B563-49FA693970E5}" destId="{222FEA44-A475-D048-BD8B-130C98AB50D4}" srcOrd="0" destOrd="0" presId="urn:microsoft.com/office/officeart/2017/3/layout/DropPinTimeline"/>
    <dgm:cxn modelId="{32AAE3FB-4CF3-6D4F-B30D-1608E806ED2D}" type="presParOf" srcId="{6A6F1426-6100-8D4D-B563-49FA693970E5}" destId="{0A0DC1A5-21DD-6845-83D5-37CB08864B9C}" srcOrd="1" destOrd="0" presId="urn:microsoft.com/office/officeart/2017/3/layout/DropPinTimeline"/>
    <dgm:cxn modelId="{CCEE05E6-FBA6-1A48-9308-F1629D645634}" type="presParOf" srcId="{EAF86483-804A-DC46-8E18-F71FDE60C3B0}" destId="{1B509F09-BABC-2642-8182-0B69D2030B33}" srcOrd="2" destOrd="0" presId="urn:microsoft.com/office/officeart/2017/3/layout/DropPinTimeline"/>
    <dgm:cxn modelId="{58AF0DAE-D118-5749-975D-7AB6277C8F5F}" type="presParOf" srcId="{EAF86483-804A-DC46-8E18-F71FDE60C3B0}" destId="{A92B1C85-3F9F-694F-9D1F-08532C9B421B}" srcOrd="3" destOrd="0" presId="urn:microsoft.com/office/officeart/2017/3/layout/DropPinTimeline"/>
    <dgm:cxn modelId="{0DD1C42A-3C72-004E-B98C-3B331C475E3B}" type="presParOf" srcId="{EAF86483-804A-DC46-8E18-F71FDE60C3B0}" destId="{296E668B-74D8-2142-82D3-CB0F865C0F20}" srcOrd="4" destOrd="0" presId="urn:microsoft.com/office/officeart/2017/3/layout/DropPinTimeline"/>
    <dgm:cxn modelId="{ADC93D4F-0998-9D41-AC1E-9D1ED02FEEBC}" type="presParOf" srcId="{EAF86483-804A-DC46-8E18-F71FDE60C3B0}" destId="{CE9C0D7F-1813-CE4B-A1A8-E2B76FF81F62}" srcOrd="5" destOrd="0" presId="urn:microsoft.com/office/officeart/2017/3/layout/DropPinTimeline"/>
    <dgm:cxn modelId="{90E8F847-7787-2245-8C54-6331FBD29BAC}" type="presParOf" srcId="{055D9C99-045E-4048-B07B-42A2BD34991B}" destId="{A24E565F-6E8A-A044-8AEA-6959EE2A9879}" srcOrd="17" destOrd="0" presId="urn:microsoft.com/office/officeart/2017/3/layout/DropPinTimeline"/>
    <dgm:cxn modelId="{972013A0-D531-984E-9B02-7D025FD8A86C}" type="presParOf" srcId="{055D9C99-045E-4048-B07B-42A2BD34991B}" destId="{2B3588B0-E90D-E647-A543-AE1EB2975BA6}" srcOrd="18" destOrd="0" presId="urn:microsoft.com/office/officeart/2017/3/layout/DropPinTimeline"/>
    <dgm:cxn modelId="{3321DCAE-4FDA-9D4C-BB3B-6CC413DB9CF7}" type="presParOf" srcId="{2B3588B0-E90D-E647-A543-AE1EB2975BA6}" destId="{88542F04-AD67-0D44-9467-DAA3EA70D31D}" srcOrd="0" destOrd="0" presId="urn:microsoft.com/office/officeart/2017/3/layout/DropPinTimeline"/>
    <dgm:cxn modelId="{39062A38-D3DC-2E41-80BF-8976C8BA53C5}" type="presParOf" srcId="{2B3588B0-E90D-E647-A543-AE1EB2975BA6}" destId="{30C2E191-1AB6-4346-A861-4CA1F8E99547}" srcOrd="1" destOrd="0" presId="urn:microsoft.com/office/officeart/2017/3/layout/DropPinTimeline"/>
    <dgm:cxn modelId="{DB740040-E093-304B-AC15-8E9C95F8A54E}" type="presParOf" srcId="{30C2E191-1AB6-4346-A861-4CA1F8E99547}" destId="{714D01CC-36E3-044B-A8F4-48734849CF25}" srcOrd="0" destOrd="0" presId="urn:microsoft.com/office/officeart/2017/3/layout/DropPinTimeline"/>
    <dgm:cxn modelId="{EA2703EC-C10F-3448-AE29-4420A1FCC5B8}" type="presParOf" srcId="{30C2E191-1AB6-4346-A861-4CA1F8E99547}" destId="{E4620722-37EF-C64B-BA95-34A546FAB1EA}" srcOrd="1" destOrd="0" presId="urn:microsoft.com/office/officeart/2017/3/layout/DropPinTimeline"/>
    <dgm:cxn modelId="{83E10B08-8F8C-D04E-BB35-80DEFB679C15}" type="presParOf" srcId="{2B3588B0-E90D-E647-A543-AE1EB2975BA6}" destId="{DAEAE5C3-FC0F-7544-8AF2-EB26BA256B43}" srcOrd="2" destOrd="0" presId="urn:microsoft.com/office/officeart/2017/3/layout/DropPinTimeline"/>
    <dgm:cxn modelId="{5CC69B82-ACE2-624A-B2AE-76824505A1A8}" type="presParOf" srcId="{2B3588B0-E90D-E647-A543-AE1EB2975BA6}" destId="{05532AEA-B284-B645-9DE4-0262E88A4BF9}" srcOrd="3" destOrd="0" presId="urn:microsoft.com/office/officeart/2017/3/layout/DropPinTimeline"/>
    <dgm:cxn modelId="{AF2DCF60-EDBD-384D-9C68-ED14869B7734}" type="presParOf" srcId="{2B3588B0-E90D-E647-A543-AE1EB2975BA6}" destId="{9E0B2110-0D41-BA4B-B761-F87217A5F13C}" srcOrd="4" destOrd="0" presId="urn:microsoft.com/office/officeart/2017/3/layout/DropPinTimeline"/>
    <dgm:cxn modelId="{CD2A08D4-8E85-F049-A245-C81599086F3A}" type="presParOf" srcId="{2B3588B0-E90D-E647-A543-AE1EB2975BA6}" destId="{AE541C68-92EC-AC42-BD19-2009334CD001}" srcOrd="5" destOrd="0" presId="urn:microsoft.com/office/officeart/2017/3/layout/DropPinTimeline"/>
    <dgm:cxn modelId="{D6CCA5D0-D01E-5D48-85A5-AD720261370F}" type="presParOf" srcId="{055D9C99-045E-4048-B07B-42A2BD34991B}" destId="{605C0E1D-13AC-E14A-9E22-ECB9D4A600F5}" srcOrd="19" destOrd="0" presId="urn:microsoft.com/office/officeart/2017/3/layout/DropPinTimeline"/>
    <dgm:cxn modelId="{BB42DDAE-A19A-0E45-A0AD-BEB63DDF9DEB}" type="presParOf" srcId="{055D9C99-045E-4048-B07B-42A2BD34991B}" destId="{DF709CB1-8AE3-C14B-A088-D3A31B2D2C4F}" srcOrd="20" destOrd="0" presId="urn:microsoft.com/office/officeart/2017/3/layout/DropPinTimeline"/>
    <dgm:cxn modelId="{03E55CB6-EE66-6E4B-91E8-33AABDDDCDE6}" type="presParOf" srcId="{DF709CB1-8AE3-C14B-A088-D3A31B2D2C4F}" destId="{21670182-526F-C544-983E-27173604839B}" srcOrd="0" destOrd="0" presId="urn:microsoft.com/office/officeart/2017/3/layout/DropPinTimeline"/>
    <dgm:cxn modelId="{F04CE106-B801-C445-A5BC-68634E192D28}" type="presParOf" srcId="{DF709CB1-8AE3-C14B-A088-D3A31B2D2C4F}" destId="{4FCFFAA5-D2D4-0E44-A9B6-D7709D1F4D93}" srcOrd="1" destOrd="0" presId="urn:microsoft.com/office/officeart/2017/3/layout/DropPinTimeline"/>
    <dgm:cxn modelId="{BCCFB4E5-7AD8-BF44-84C3-A779D6B5673B}" type="presParOf" srcId="{4FCFFAA5-D2D4-0E44-A9B6-D7709D1F4D93}" destId="{040F1426-BDE8-A14A-B4F9-9F6046388A0C}" srcOrd="0" destOrd="0" presId="urn:microsoft.com/office/officeart/2017/3/layout/DropPinTimeline"/>
    <dgm:cxn modelId="{D4DC9032-A522-DA4A-8D2D-51E2A86AD116}" type="presParOf" srcId="{4FCFFAA5-D2D4-0E44-A9B6-D7709D1F4D93}" destId="{A3E3EA27-30E6-5848-AF6A-08B9E3F2767A}" srcOrd="1" destOrd="0" presId="urn:microsoft.com/office/officeart/2017/3/layout/DropPinTimeline"/>
    <dgm:cxn modelId="{AE551A63-C982-384C-B7C5-39F8C5906F46}" type="presParOf" srcId="{DF709CB1-8AE3-C14B-A088-D3A31B2D2C4F}" destId="{14683F49-81A9-A648-98F9-4A5C9BB04627}" srcOrd="2" destOrd="0" presId="urn:microsoft.com/office/officeart/2017/3/layout/DropPinTimeline"/>
    <dgm:cxn modelId="{A70F10AB-E118-A64F-840C-9F3BF91F7A26}" type="presParOf" srcId="{DF709CB1-8AE3-C14B-A088-D3A31B2D2C4F}" destId="{4F44447F-835A-8440-89FC-CE60EDD9CC48}" srcOrd="3" destOrd="0" presId="urn:microsoft.com/office/officeart/2017/3/layout/DropPinTimeline"/>
    <dgm:cxn modelId="{3FB4D974-E418-CC4C-A3A7-53CAED2BF1ED}" type="presParOf" srcId="{DF709CB1-8AE3-C14B-A088-D3A31B2D2C4F}" destId="{39454753-CC81-E843-B0BC-59F477E37CE7}" srcOrd="4" destOrd="0" presId="urn:microsoft.com/office/officeart/2017/3/layout/DropPinTimeline"/>
    <dgm:cxn modelId="{0A7568D7-1515-B54E-98B7-AB69ACF45FFE}" type="presParOf" srcId="{DF709CB1-8AE3-C14B-A088-D3A31B2D2C4F}" destId="{D94DBD26-7F75-4348-9430-FF40499ADCA6}" srcOrd="5" destOrd="0" presId="urn:microsoft.com/office/officeart/2017/3/layout/DropPinTimeline"/>
    <dgm:cxn modelId="{BAF45143-F078-EE4F-A36D-FADCD3CE9FF4}" type="presParOf" srcId="{055D9C99-045E-4048-B07B-42A2BD34991B}" destId="{340CDFCE-F179-C54F-9603-F394345CD7AC}" srcOrd="21" destOrd="0" presId="urn:microsoft.com/office/officeart/2017/3/layout/DropPinTimeline"/>
    <dgm:cxn modelId="{46FDFCAC-6813-7840-839E-C4F1CA1F9DA7}" type="presParOf" srcId="{055D9C99-045E-4048-B07B-42A2BD34991B}" destId="{3F918603-745B-D547-B043-3EEC90074DB3}" srcOrd="22" destOrd="0" presId="urn:microsoft.com/office/officeart/2017/3/layout/DropPinTimeline"/>
    <dgm:cxn modelId="{BCAB7488-337F-ED4A-99A6-B08F3427A269}" type="presParOf" srcId="{3F918603-745B-D547-B043-3EEC90074DB3}" destId="{9F7C8D78-F1B3-EC47-84E0-8E9617A1920D}" srcOrd="0" destOrd="0" presId="urn:microsoft.com/office/officeart/2017/3/layout/DropPinTimeline"/>
    <dgm:cxn modelId="{807DC860-2647-7547-BD35-F2F4958B8314}" type="presParOf" srcId="{3F918603-745B-D547-B043-3EEC90074DB3}" destId="{7F31865D-3847-FF42-A536-C35F07AF1438}" srcOrd="1" destOrd="0" presId="urn:microsoft.com/office/officeart/2017/3/layout/DropPinTimeline"/>
    <dgm:cxn modelId="{5F12A658-13F4-9A41-818C-7FAA5F4AAEA1}" type="presParOf" srcId="{7F31865D-3847-FF42-A536-C35F07AF1438}" destId="{B023D8B8-6CB6-C04E-922C-9E03C30C60E3}" srcOrd="0" destOrd="0" presId="urn:microsoft.com/office/officeart/2017/3/layout/DropPinTimeline"/>
    <dgm:cxn modelId="{D6F3F5A8-013B-B74A-A655-7467DB593CCF}" type="presParOf" srcId="{7F31865D-3847-FF42-A536-C35F07AF1438}" destId="{0B0CF061-179D-754B-BB73-9D164F5A7F3A}" srcOrd="1" destOrd="0" presId="urn:microsoft.com/office/officeart/2017/3/layout/DropPinTimeline"/>
    <dgm:cxn modelId="{47C3D43C-1529-B04B-8EF9-3575623CE9DD}" type="presParOf" srcId="{3F918603-745B-D547-B043-3EEC90074DB3}" destId="{DC868E6A-3B05-B54A-A410-23A70AEB8370}" srcOrd="2" destOrd="0" presId="urn:microsoft.com/office/officeart/2017/3/layout/DropPinTimeline"/>
    <dgm:cxn modelId="{3122802B-0D0F-1C41-884B-E875BB6BBD94}" type="presParOf" srcId="{3F918603-745B-D547-B043-3EEC90074DB3}" destId="{12E05C7B-87AD-9A43-BA31-24165A9C660B}" srcOrd="3" destOrd="0" presId="urn:microsoft.com/office/officeart/2017/3/layout/DropPinTimeline"/>
    <dgm:cxn modelId="{5C3B5C89-195F-304D-BCE3-5945AE3B55E6}" type="presParOf" srcId="{3F918603-745B-D547-B043-3EEC90074DB3}" destId="{865F3BEB-9DE0-4C47-86E8-F307E803393D}" srcOrd="4" destOrd="0" presId="urn:microsoft.com/office/officeart/2017/3/layout/DropPinTimeline"/>
    <dgm:cxn modelId="{C75777D5-8BB3-A94B-A5DB-A05B44298026}" type="presParOf" srcId="{3F918603-745B-D547-B043-3EEC90074DB3}" destId="{EB13D7D1-4A75-534D-B68F-8A8D5A59F294}" srcOrd="5" destOrd="0" presId="urn:microsoft.com/office/officeart/2017/3/layout/DropPinTimeline"/>
    <dgm:cxn modelId="{A6924C02-BD4E-F24F-9039-D93D71FA7A3E}" type="presParOf" srcId="{055D9C99-045E-4048-B07B-42A2BD34991B}" destId="{83B2834C-D66F-E343-B993-C213554DDEA8}" srcOrd="23" destOrd="0" presId="urn:microsoft.com/office/officeart/2017/3/layout/DropPinTimeline"/>
    <dgm:cxn modelId="{04126803-5005-BD49-8A6B-CD907BCB9D8D}" type="presParOf" srcId="{055D9C99-045E-4048-B07B-42A2BD34991B}" destId="{1610FD8A-72E6-DB42-A323-C4FED5D4997C}" srcOrd="24" destOrd="0" presId="urn:microsoft.com/office/officeart/2017/3/layout/DropPinTimeline"/>
    <dgm:cxn modelId="{5AE191DD-3196-FB4D-A890-ABC3183873A1}" type="presParOf" srcId="{1610FD8A-72E6-DB42-A323-C4FED5D4997C}" destId="{2698128E-28D4-1246-8005-B0A3ACAFF68D}" srcOrd="0" destOrd="0" presId="urn:microsoft.com/office/officeart/2017/3/layout/DropPinTimeline"/>
    <dgm:cxn modelId="{38EECF32-97AD-0943-8E16-8C82318911C1}" type="presParOf" srcId="{1610FD8A-72E6-DB42-A323-C4FED5D4997C}" destId="{9FBF1869-9A53-DC47-ACF5-3AD36A2C821F}" srcOrd="1" destOrd="0" presId="urn:microsoft.com/office/officeart/2017/3/layout/DropPinTimeline"/>
    <dgm:cxn modelId="{9DD053EC-C438-FC4D-8F41-CBB95B84554C}" type="presParOf" srcId="{9FBF1869-9A53-DC47-ACF5-3AD36A2C821F}" destId="{92537C20-B1A4-2A4B-9817-4A94F25043C2}" srcOrd="0" destOrd="0" presId="urn:microsoft.com/office/officeart/2017/3/layout/DropPinTimeline"/>
    <dgm:cxn modelId="{B74826FE-2567-EA45-83D5-C2B4CB8962FD}" type="presParOf" srcId="{9FBF1869-9A53-DC47-ACF5-3AD36A2C821F}" destId="{C106E48C-C71D-D04D-82C7-D8D950A58ABA}" srcOrd="1" destOrd="0" presId="urn:microsoft.com/office/officeart/2017/3/layout/DropPinTimeline"/>
    <dgm:cxn modelId="{767E3DA5-4FD6-3544-9118-BCB78F8E4470}" type="presParOf" srcId="{1610FD8A-72E6-DB42-A323-C4FED5D4997C}" destId="{2B87FA0D-8251-5540-965C-9C5CA71264A8}" srcOrd="2" destOrd="0" presId="urn:microsoft.com/office/officeart/2017/3/layout/DropPinTimeline"/>
    <dgm:cxn modelId="{892CA662-D74A-DA4C-91F9-13D0BB62F9D1}" type="presParOf" srcId="{1610FD8A-72E6-DB42-A323-C4FED5D4997C}" destId="{E50A6511-2C92-B348-A512-30F20AD2FB1B}" srcOrd="3" destOrd="0" presId="urn:microsoft.com/office/officeart/2017/3/layout/DropPinTimeline"/>
    <dgm:cxn modelId="{F9DB1569-2385-8441-8B5F-E2EF4DEFD51E}" type="presParOf" srcId="{1610FD8A-72E6-DB42-A323-C4FED5D4997C}" destId="{3F7ED815-E825-E54E-8EE0-9E41057E9CE6}" srcOrd="4" destOrd="0" presId="urn:microsoft.com/office/officeart/2017/3/layout/DropPinTimeline"/>
    <dgm:cxn modelId="{18C0049A-1957-8C46-AD20-7FDE6008EA6C}" type="presParOf" srcId="{1610FD8A-72E6-DB42-A323-C4FED5D4997C}" destId="{F95ADA8B-7A76-8448-BDEA-A6D9EC85F5FB}" srcOrd="5" destOrd="0" presId="urn:microsoft.com/office/officeart/2017/3/layout/DropPinTimeline"/>
    <dgm:cxn modelId="{8056F34E-603A-8D43-9DED-C16D7A7D423A}" type="presParOf" srcId="{055D9C99-045E-4048-B07B-42A2BD34991B}" destId="{1CEB51B7-AAB1-2B49-9E10-20767BF6ADA5}" srcOrd="25" destOrd="0" presId="urn:microsoft.com/office/officeart/2017/3/layout/DropPinTimeline"/>
    <dgm:cxn modelId="{A8B51CEF-4DA1-ED44-BF43-9C586D2261C1}" type="presParOf" srcId="{055D9C99-045E-4048-B07B-42A2BD34991B}" destId="{CCE76FF6-2183-DB41-B924-94F6037EDE13}" srcOrd="26" destOrd="0" presId="urn:microsoft.com/office/officeart/2017/3/layout/DropPinTimeline"/>
    <dgm:cxn modelId="{7648E32E-795F-C748-ABF4-18ECCBC28999}" type="presParOf" srcId="{CCE76FF6-2183-DB41-B924-94F6037EDE13}" destId="{5FB623CA-183E-6C4C-9B09-474AD93C1D10}" srcOrd="0" destOrd="0" presId="urn:microsoft.com/office/officeart/2017/3/layout/DropPinTimeline"/>
    <dgm:cxn modelId="{4A44CBC4-1E60-C84A-9860-26FFDEBF2DF8}" type="presParOf" srcId="{CCE76FF6-2183-DB41-B924-94F6037EDE13}" destId="{488DD7A3-26C3-6942-B834-CC8C9C7CE947}" srcOrd="1" destOrd="0" presId="urn:microsoft.com/office/officeart/2017/3/layout/DropPinTimeline"/>
    <dgm:cxn modelId="{445438FE-86CC-8F43-817A-914AA22DEDEE}" type="presParOf" srcId="{488DD7A3-26C3-6942-B834-CC8C9C7CE947}" destId="{940F2E71-E5AC-1F4E-8381-10F46813A0CF}" srcOrd="0" destOrd="0" presId="urn:microsoft.com/office/officeart/2017/3/layout/DropPinTimeline"/>
    <dgm:cxn modelId="{DBE43184-9F2D-9A4D-B9A6-2CA209213135}" type="presParOf" srcId="{488DD7A3-26C3-6942-B834-CC8C9C7CE947}" destId="{D6ED766B-8DB9-214F-A6CE-0C699D9E50CC}" srcOrd="1" destOrd="0" presId="urn:microsoft.com/office/officeart/2017/3/layout/DropPinTimeline"/>
    <dgm:cxn modelId="{43EB8D11-8FE6-3741-8912-795B74470A7C}" type="presParOf" srcId="{CCE76FF6-2183-DB41-B924-94F6037EDE13}" destId="{7C4ADF1C-42F3-0648-8AF9-F78463522882}" srcOrd="2" destOrd="0" presId="urn:microsoft.com/office/officeart/2017/3/layout/DropPinTimeline"/>
    <dgm:cxn modelId="{A64B0C85-FDB0-7E43-BBC4-C37C8CF95B65}" type="presParOf" srcId="{CCE76FF6-2183-DB41-B924-94F6037EDE13}" destId="{50845C47-EB6B-8347-87E9-19DE2F2FFF82}" srcOrd="3" destOrd="0" presId="urn:microsoft.com/office/officeart/2017/3/layout/DropPinTimeline"/>
    <dgm:cxn modelId="{64FC3072-FC11-5E4F-A986-3B6C4F1DF285}" type="presParOf" srcId="{CCE76FF6-2183-DB41-B924-94F6037EDE13}" destId="{06B65CC6-6C0B-AE41-BEAE-0493B37A5784}" srcOrd="4" destOrd="0" presId="urn:microsoft.com/office/officeart/2017/3/layout/DropPinTimeline"/>
    <dgm:cxn modelId="{1DB31004-4628-1148-8DE2-EE62946BC40D}" type="presParOf" srcId="{CCE76FF6-2183-DB41-B924-94F6037EDE13}" destId="{73FE936F-6FE6-5042-B993-E6A83B43A960}" srcOrd="5" destOrd="0" presId="urn:microsoft.com/office/officeart/2017/3/layout/DropPi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87C476D-ABB2-BE46-A4C0-8CE5149B1228}"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en-GB"/>
        </a:p>
      </dgm:t>
    </dgm:pt>
    <dgm:pt modelId="{F014B9E0-111A-1044-A7FF-4D517C76CD1C}">
      <dgm:prSet phldrT="[Text]"/>
      <dgm:spPr/>
      <dgm:t>
        <a:bodyPr/>
        <a:lstStyle/>
        <a:p>
          <a:r>
            <a:rPr lang="en-GB" dirty="0"/>
            <a:t>x-ray probe</a:t>
          </a:r>
        </a:p>
      </dgm:t>
    </dgm:pt>
    <dgm:pt modelId="{8B571C2E-94A0-A743-9497-B2B738BD3EE4}" type="parTrans" cxnId="{52484B7C-EA26-5D42-A387-F0B48B61ADC8}">
      <dgm:prSet/>
      <dgm:spPr/>
      <dgm:t>
        <a:bodyPr/>
        <a:lstStyle/>
        <a:p>
          <a:endParaRPr lang="en-GB"/>
        </a:p>
      </dgm:t>
    </dgm:pt>
    <dgm:pt modelId="{D5DFB5AB-3D8E-0944-8F1A-07F92160F13B}" type="sibTrans" cxnId="{52484B7C-EA26-5D42-A387-F0B48B61ADC8}">
      <dgm:prSet/>
      <dgm:spPr/>
      <dgm:t>
        <a:bodyPr/>
        <a:lstStyle/>
        <a:p>
          <a:endParaRPr lang="en-GB"/>
        </a:p>
      </dgm:t>
    </dgm:pt>
    <dgm:pt modelId="{22D9C6E1-7D81-1244-A608-137D31BDA889}">
      <dgm:prSet phldrT="[Text]"/>
      <dgm:spPr/>
      <dgm:t>
        <a:bodyPr/>
        <a:lstStyle/>
        <a:p>
          <a:r>
            <a:rPr lang="en-GB" dirty="0"/>
            <a:t>x-ray scattering</a:t>
          </a:r>
        </a:p>
      </dgm:t>
    </dgm:pt>
    <dgm:pt modelId="{1250D252-4DD6-CA45-89F4-35DA1E6597BE}" type="parTrans" cxnId="{63954BBA-5028-9D49-9972-C222D13F84D0}">
      <dgm:prSet/>
      <dgm:spPr/>
      <dgm:t>
        <a:bodyPr/>
        <a:lstStyle/>
        <a:p>
          <a:endParaRPr lang="en-GB"/>
        </a:p>
      </dgm:t>
    </dgm:pt>
    <dgm:pt modelId="{F68BC3E7-54E6-1641-AB1B-38826424DC83}" type="sibTrans" cxnId="{63954BBA-5028-9D49-9972-C222D13F84D0}">
      <dgm:prSet/>
      <dgm:spPr/>
      <dgm:t>
        <a:bodyPr/>
        <a:lstStyle/>
        <a:p>
          <a:endParaRPr lang="en-GB"/>
        </a:p>
      </dgm:t>
    </dgm:pt>
    <dgm:pt modelId="{8A99A620-7D6D-5341-A332-7B75142C1FB4}">
      <dgm:prSet phldrT="[Text]"/>
      <dgm:spPr/>
      <dgm:t>
        <a:bodyPr/>
        <a:lstStyle/>
        <a:p>
          <a:r>
            <a:rPr lang="en-GB" dirty="0"/>
            <a:t>inelastic x-ray scattering</a:t>
          </a:r>
        </a:p>
      </dgm:t>
    </dgm:pt>
    <dgm:pt modelId="{D6006EF2-4EA2-E846-9E55-7F0DA38F4188}" type="parTrans" cxnId="{2911B134-DC5B-1044-9B3D-D7DE387BAFAF}">
      <dgm:prSet/>
      <dgm:spPr/>
      <dgm:t>
        <a:bodyPr/>
        <a:lstStyle/>
        <a:p>
          <a:endParaRPr lang="en-GB"/>
        </a:p>
      </dgm:t>
    </dgm:pt>
    <dgm:pt modelId="{1AB744E1-745D-4548-A760-07B7E2408B2F}" type="sibTrans" cxnId="{2911B134-DC5B-1044-9B3D-D7DE387BAFAF}">
      <dgm:prSet/>
      <dgm:spPr/>
      <dgm:t>
        <a:bodyPr/>
        <a:lstStyle/>
        <a:p>
          <a:endParaRPr lang="en-GB"/>
        </a:p>
      </dgm:t>
    </dgm:pt>
    <dgm:pt modelId="{6E5EE1DB-4E99-B741-B133-8C9D11897CF5}" type="pres">
      <dgm:prSet presAssocID="{C87C476D-ABB2-BE46-A4C0-8CE5149B1228}" presName="hierChild1" presStyleCnt="0">
        <dgm:presLayoutVars>
          <dgm:chPref val="1"/>
          <dgm:dir/>
          <dgm:animOne val="branch"/>
          <dgm:animLvl val="lvl"/>
          <dgm:resizeHandles/>
        </dgm:presLayoutVars>
      </dgm:prSet>
      <dgm:spPr/>
    </dgm:pt>
    <dgm:pt modelId="{B3987BB0-C52B-5A47-8C30-81BD7E717872}" type="pres">
      <dgm:prSet presAssocID="{F014B9E0-111A-1044-A7FF-4D517C76CD1C}" presName="hierRoot1" presStyleCnt="0"/>
      <dgm:spPr/>
    </dgm:pt>
    <dgm:pt modelId="{0DB7F9B9-CEA0-614B-A09D-0117A5D12B8A}" type="pres">
      <dgm:prSet presAssocID="{F014B9E0-111A-1044-A7FF-4D517C76CD1C}" presName="composite" presStyleCnt="0"/>
      <dgm:spPr/>
    </dgm:pt>
    <dgm:pt modelId="{2ACAD7DA-D871-4B4B-A00D-A648E4419A28}" type="pres">
      <dgm:prSet presAssocID="{F014B9E0-111A-1044-A7FF-4D517C76CD1C}" presName="background" presStyleLbl="node0" presStyleIdx="0" presStyleCnt="1"/>
      <dgm:spPr/>
    </dgm:pt>
    <dgm:pt modelId="{C40A22BF-D788-254A-8196-A67FCA7829B3}" type="pres">
      <dgm:prSet presAssocID="{F014B9E0-111A-1044-A7FF-4D517C76CD1C}" presName="text" presStyleLbl="fgAcc0" presStyleIdx="0" presStyleCnt="1">
        <dgm:presLayoutVars>
          <dgm:chPref val="3"/>
        </dgm:presLayoutVars>
      </dgm:prSet>
      <dgm:spPr/>
    </dgm:pt>
    <dgm:pt modelId="{A87D24CA-E310-A14C-8B30-1D77F8C69E9D}" type="pres">
      <dgm:prSet presAssocID="{F014B9E0-111A-1044-A7FF-4D517C76CD1C}" presName="hierChild2" presStyleCnt="0"/>
      <dgm:spPr/>
    </dgm:pt>
    <dgm:pt modelId="{32AA39D3-4B2C-314F-A93C-4AEDAE869C1F}" type="pres">
      <dgm:prSet presAssocID="{1250D252-4DD6-CA45-89F4-35DA1E6597BE}" presName="Name10" presStyleLbl="parChTrans1D2" presStyleIdx="0" presStyleCnt="2"/>
      <dgm:spPr/>
    </dgm:pt>
    <dgm:pt modelId="{7792963E-1098-C74F-8F7F-FD8FA9C0264D}" type="pres">
      <dgm:prSet presAssocID="{22D9C6E1-7D81-1244-A608-137D31BDA889}" presName="hierRoot2" presStyleCnt="0"/>
      <dgm:spPr/>
    </dgm:pt>
    <dgm:pt modelId="{571BEBFF-9F77-B64C-9E95-927E532AD2A2}" type="pres">
      <dgm:prSet presAssocID="{22D9C6E1-7D81-1244-A608-137D31BDA889}" presName="composite2" presStyleCnt="0"/>
      <dgm:spPr/>
    </dgm:pt>
    <dgm:pt modelId="{2E3AF8B3-6F59-8042-AB99-D5C102BDACF4}" type="pres">
      <dgm:prSet presAssocID="{22D9C6E1-7D81-1244-A608-137D31BDA889}" presName="background2" presStyleLbl="node2" presStyleIdx="0" presStyleCnt="2"/>
      <dgm:spPr/>
    </dgm:pt>
    <dgm:pt modelId="{21D98E1A-40DB-9D40-B1F0-256008BCAE3E}" type="pres">
      <dgm:prSet presAssocID="{22D9C6E1-7D81-1244-A608-137D31BDA889}" presName="text2" presStyleLbl="fgAcc2" presStyleIdx="0" presStyleCnt="2">
        <dgm:presLayoutVars>
          <dgm:chPref val="3"/>
        </dgm:presLayoutVars>
      </dgm:prSet>
      <dgm:spPr/>
    </dgm:pt>
    <dgm:pt modelId="{4A4003D4-8D0C-1C45-A51A-628B4C1AB79A}" type="pres">
      <dgm:prSet presAssocID="{22D9C6E1-7D81-1244-A608-137D31BDA889}" presName="hierChild3" presStyleCnt="0"/>
      <dgm:spPr/>
    </dgm:pt>
    <dgm:pt modelId="{0158606D-9C9A-A24E-8F8F-C0CC356554F2}" type="pres">
      <dgm:prSet presAssocID="{D6006EF2-4EA2-E846-9E55-7F0DA38F4188}" presName="Name10" presStyleLbl="parChTrans1D2" presStyleIdx="1" presStyleCnt="2"/>
      <dgm:spPr/>
    </dgm:pt>
    <dgm:pt modelId="{3F7B9B4B-F3F8-1A47-A7DC-0E16BE015CFD}" type="pres">
      <dgm:prSet presAssocID="{8A99A620-7D6D-5341-A332-7B75142C1FB4}" presName="hierRoot2" presStyleCnt="0"/>
      <dgm:spPr/>
    </dgm:pt>
    <dgm:pt modelId="{2C2B66B1-17CD-E44F-B501-3AE86A8FFD38}" type="pres">
      <dgm:prSet presAssocID="{8A99A620-7D6D-5341-A332-7B75142C1FB4}" presName="composite2" presStyleCnt="0"/>
      <dgm:spPr/>
    </dgm:pt>
    <dgm:pt modelId="{AE0828A3-7391-314B-BFAD-B1B7A137DEB6}" type="pres">
      <dgm:prSet presAssocID="{8A99A620-7D6D-5341-A332-7B75142C1FB4}" presName="background2" presStyleLbl="node2" presStyleIdx="1" presStyleCnt="2"/>
      <dgm:spPr/>
    </dgm:pt>
    <dgm:pt modelId="{671058A3-B93C-F746-B66B-40CE68B876AD}" type="pres">
      <dgm:prSet presAssocID="{8A99A620-7D6D-5341-A332-7B75142C1FB4}" presName="text2" presStyleLbl="fgAcc2" presStyleIdx="1" presStyleCnt="2">
        <dgm:presLayoutVars>
          <dgm:chPref val="3"/>
        </dgm:presLayoutVars>
      </dgm:prSet>
      <dgm:spPr/>
    </dgm:pt>
    <dgm:pt modelId="{0A4300BE-3D80-D742-AA9F-EC5D3D39D0CE}" type="pres">
      <dgm:prSet presAssocID="{8A99A620-7D6D-5341-A332-7B75142C1FB4}" presName="hierChild3" presStyleCnt="0"/>
      <dgm:spPr/>
    </dgm:pt>
  </dgm:ptLst>
  <dgm:cxnLst>
    <dgm:cxn modelId="{C677531B-9B21-7141-949E-F458AA70FAE2}" type="presOf" srcId="{C87C476D-ABB2-BE46-A4C0-8CE5149B1228}" destId="{6E5EE1DB-4E99-B741-B133-8C9D11897CF5}" srcOrd="0" destOrd="0" presId="urn:microsoft.com/office/officeart/2005/8/layout/hierarchy1"/>
    <dgm:cxn modelId="{651C5821-25BF-0D43-B68F-912A07B82B0D}" type="presOf" srcId="{1250D252-4DD6-CA45-89F4-35DA1E6597BE}" destId="{32AA39D3-4B2C-314F-A93C-4AEDAE869C1F}" srcOrd="0" destOrd="0" presId="urn:microsoft.com/office/officeart/2005/8/layout/hierarchy1"/>
    <dgm:cxn modelId="{2911B134-DC5B-1044-9B3D-D7DE387BAFAF}" srcId="{F014B9E0-111A-1044-A7FF-4D517C76CD1C}" destId="{8A99A620-7D6D-5341-A332-7B75142C1FB4}" srcOrd="1" destOrd="0" parTransId="{D6006EF2-4EA2-E846-9E55-7F0DA38F4188}" sibTransId="{1AB744E1-745D-4548-A760-07B7E2408B2F}"/>
    <dgm:cxn modelId="{93DBFA39-F61F-2343-A1A5-A52E556B57B0}" type="presOf" srcId="{22D9C6E1-7D81-1244-A608-137D31BDA889}" destId="{21D98E1A-40DB-9D40-B1F0-256008BCAE3E}" srcOrd="0" destOrd="0" presId="urn:microsoft.com/office/officeart/2005/8/layout/hierarchy1"/>
    <dgm:cxn modelId="{5D08614A-40B8-2141-AD9C-F4487CA5F862}" type="presOf" srcId="{F014B9E0-111A-1044-A7FF-4D517C76CD1C}" destId="{C40A22BF-D788-254A-8196-A67FCA7829B3}" srcOrd="0" destOrd="0" presId="urn:microsoft.com/office/officeart/2005/8/layout/hierarchy1"/>
    <dgm:cxn modelId="{68577771-CE20-D44B-9C73-7BD5B3399578}" type="presOf" srcId="{8A99A620-7D6D-5341-A332-7B75142C1FB4}" destId="{671058A3-B93C-F746-B66B-40CE68B876AD}" srcOrd="0" destOrd="0" presId="urn:microsoft.com/office/officeart/2005/8/layout/hierarchy1"/>
    <dgm:cxn modelId="{52484B7C-EA26-5D42-A387-F0B48B61ADC8}" srcId="{C87C476D-ABB2-BE46-A4C0-8CE5149B1228}" destId="{F014B9E0-111A-1044-A7FF-4D517C76CD1C}" srcOrd="0" destOrd="0" parTransId="{8B571C2E-94A0-A743-9497-B2B738BD3EE4}" sibTransId="{D5DFB5AB-3D8E-0944-8F1A-07F92160F13B}"/>
    <dgm:cxn modelId="{63954BBA-5028-9D49-9972-C222D13F84D0}" srcId="{F014B9E0-111A-1044-A7FF-4D517C76CD1C}" destId="{22D9C6E1-7D81-1244-A608-137D31BDA889}" srcOrd="0" destOrd="0" parTransId="{1250D252-4DD6-CA45-89F4-35DA1E6597BE}" sibTransId="{F68BC3E7-54E6-1641-AB1B-38826424DC83}"/>
    <dgm:cxn modelId="{72E488F7-4344-B74A-9954-D1380ACD6264}" type="presOf" srcId="{D6006EF2-4EA2-E846-9E55-7F0DA38F4188}" destId="{0158606D-9C9A-A24E-8F8F-C0CC356554F2}" srcOrd="0" destOrd="0" presId="urn:microsoft.com/office/officeart/2005/8/layout/hierarchy1"/>
    <dgm:cxn modelId="{63983D2B-BD36-8B49-A6E8-1B7DBCFA4B8B}" type="presParOf" srcId="{6E5EE1DB-4E99-B741-B133-8C9D11897CF5}" destId="{B3987BB0-C52B-5A47-8C30-81BD7E717872}" srcOrd="0" destOrd="0" presId="urn:microsoft.com/office/officeart/2005/8/layout/hierarchy1"/>
    <dgm:cxn modelId="{47107793-39F7-614F-A5A9-3F6826323A14}" type="presParOf" srcId="{B3987BB0-C52B-5A47-8C30-81BD7E717872}" destId="{0DB7F9B9-CEA0-614B-A09D-0117A5D12B8A}" srcOrd="0" destOrd="0" presId="urn:microsoft.com/office/officeart/2005/8/layout/hierarchy1"/>
    <dgm:cxn modelId="{14A9EBE5-42DD-3245-BB7D-D656A7E7FD24}" type="presParOf" srcId="{0DB7F9B9-CEA0-614B-A09D-0117A5D12B8A}" destId="{2ACAD7DA-D871-4B4B-A00D-A648E4419A28}" srcOrd="0" destOrd="0" presId="urn:microsoft.com/office/officeart/2005/8/layout/hierarchy1"/>
    <dgm:cxn modelId="{86E8E29F-885C-B047-9096-9BE3B8C2160E}" type="presParOf" srcId="{0DB7F9B9-CEA0-614B-A09D-0117A5D12B8A}" destId="{C40A22BF-D788-254A-8196-A67FCA7829B3}" srcOrd="1" destOrd="0" presId="urn:microsoft.com/office/officeart/2005/8/layout/hierarchy1"/>
    <dgm:cxn modelId="{144E6A54-34DA-F043-B2B6-1E7A6EB77A09}" type="presParOf" srcId="{B3987BB0-C52B-5A47-8C30-81BD7E717872}" destId="{A87D24CA-E310-A14C-8B30-1D77F8C69E9D}" srcOrd="1" destOrd="0" presId="urn:microsoft.com/office/officeart/2005/8/layout/hierarchy1"/>
    <dgm:cxn modelId="{AA582436-DF3C-D54B-A421-32DCC67BFF03}" type="presParOf" srcId="{A87D24CA-E310-A14C-8B30-1D77F8C69E9D}" destId="{32AA39D3-4B2C-314F-A93C-4AEDAE869C1F}" srcOrd="0" destOrd="0" presId="urn:microsoft.com/office/officeart/2005/8/layout/hierarchy1"/>
    <dgm:cxn modelId="{763D79ED-8C7A-1243-8E20-17227C9F6010}" type="presParOf" srcId="{A87D24CA-E310-A14C-8B30-1D77F8C69E9D}" destId="{7792963E-1098-C74F-8F7F-FD8FA9C0264D}" srcOrd="1" destOrd="0" presId="urn:microsoft.com/office/officeart/2005/8/layout/hierarchy1"/>
    <dgm:cxn modelId="{B8DAB8FD-FCAC-2442-888D-F53BC482DBF1}" type="presParOf" srcId="{7792963E-1098-C74F-8F7F-FD8FA9C0264D}" destId="{571BEBFF-9F77-B64C-9E95-927E532AD2A2}" srcOrd="0" destOrd="0" presId="urn:microsoft.com/office/officeart/2005/8/layout/hierarchy1"/>
    <dgm:cxn modelId="{ED49E1EF-8170-2443-A1EB-90E68DC098BF}" type="presParOf" srcId="{571BEBFF-9F77-B64C-9E95-927E532AD2A2}" destId="{2E3AF8B3-6F59-8042-AB99-D5C102BDACF4}" srcOrd="0" destOrd="0" presId="urn:microsoft.com/office/officeart/2005/8/layout/hierarchy1"/>
    <dgm:cxn modelId="{6FBDAFE1-9398-F147-BD3D-ECCCE394A6CF}" type="presParOf" srcId="{571BEBFF-9F77-B64C-9E95-927E532AD2A2}" destId="{21D98E1A-40DB-9D40-B1F0-256008BCAE3E}" srcOrd="1" destOrd="0" presId="urn:microsoft.com/office/officeart/2005/8/layout/hierarchy1"/>
    <dgm:cxn modelId="{4C031DEB-9B08-B948-8A7E-518694FEF5BB}" type="presParOf" srcId="{7792963E-1098-C74F-8F7F-FD8FA9C0264D}" destId="{4A4003D4-8D0C-1C45-A51A-628B4C1AB79A}" srcOrd="1" destOrd="0" presId="urn:microsoft.com/office/officeart/2005/8/layout/hierarchy1"/>
    <dgm:cxn modelId="{FA72310B-BD5E-6D48-BDD1-4920A78F2FAD}" type="presParOf" srcId="{A87D24CA-E310-A14C-8B30-1D77F8C69E9D}" destId="{0158606D-9C9A-A24E-8F8F-C0CC356554F2}" srcOrd="2" destOrd="0" presId="urn:microsoft.com/office/officeart/2005/8/layout/hierarchy1"/>
    <dgm:cxn modelId="{387D7EF5-62EF-3345-9B8C-33ADB4D6F10B}" type="presParOf" srcId="{A87D24CA-E310-A14C-8B30-1D77F8C69E9D}" destId="{3F7B9B4B-F3F8-1A47-A7DC-0E16BE015CFD}" srcOrd="3" destOrd="0" presId="urn:microsoft.com/office/officeart/2005/8/layout/hierarchy1"/>
    <dgm:cxn modelId="{907AEC3E-2335-B84F-BC01-ADCA2F4E35AC}" type="presParOf" srcId="{3F7B9B4B-F3F8-1A47-A7DC-0E16BE015CFD}" destId="{2C2B66B1-17CD-E44F-B501-3AE86A8FFD38}" srcOrd="0" destOrd="0" presId="urn:microsoft.com/office/officeart/2005/8/layout/hierarchy1"/>
    <dgm:cxn modelId="{40B8B877-C136-A54D-B1CD-E9322ABABE0A}" type="presParOf" srcId="{2C2B66B1-17CD-E44F-B501-3AE86A8FFD38}" destId="{AE0828A3-7391-314B-BFAD-B1B7A137DEB6}" srcOrd="0" destOrd="0" presId="urn:microsoft.com/office/officeart/2005/8/layout/hierarchy1"/>
    <dgm:cxn modelId="{9E42DC08-FFB4-2D4A-B70C-8E71EDB6C463}" type="presParOf" srcId="{2C2B66B1-17CD-E44F-B501-3AE86A8FFD38}" destId="{671058A3-B93C-F746-B66B-40CE68B876AD}" srcOrd="1" destOrd="0" presId="urn:microsoft.com/office/officeart/2005/8/layout/hierarchy1"/>
    <dgm:cxn modelId="{E8CADE92-DE93-F34F-A531-D351EA61873B}" type="presParOf" srcId="{3F7B9B4B-F3F8-1A47-A7DC-0E16BE015CFD}" destId="{0A4300BE-3D80-D742-AA9F-EC5D3D39D0C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87C476D-ABB2-BE46-A4C0-8CE5149B1228}"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en-GB"/>
        </a:p>
      </dgm:t>
    </dgm:pt>
    <dgm:pt modelId="{F014B9E0-111A-1044-A7FF-4D517C76CD1C}">
      <dgm:prSet phldrT="[Text]"/>
      <dgm:spPr/>
      <dgm:t>
        <a:bodyPr/>
        <a:lstStyle/>
        <a:p>
          <a:r>
            <a:rPr lang="en-GB" dirty="0"/>
            <a:t>x-ray probe</a:t>
          </a:r>
        </a:p>
      </dgm:t>
    </dgm:pt>
    <dgm:pt modelId="{8B571C2E-94A0-A743-9497-B2B738BD3EE4}" type="parTrans" cxnId="{52484B7C-EA26-5D42-A387-F0B48B61ADC8}">
      <dgm:prSet/>
      <dgm:spPr/>
      <dgm:t>
        <a:bodyPr/>
        <a:lstStyle/>
        <a:p>
          <a:endParaRPr lang="en-GB"/>
        </a:p>
      </dgm:t>
    </dgm:pt>
    <dgm:pt modelId="{D5DFB5AB-3D8E-0944-8F1A-07F92160F13B}" type="sibTrans" cxnId="{52484B7C-EA26-5D42-A387-F0B48B61ADC8}">
      <dgm:prSet/>
      <dgm:spPr/>
      <dgm:t>
        <a:bodyPr/>
        <a:lstStyle/>
        <a:p>
          <a:endParaRPr lang="en-GB"/>
        </a:p>
      </dgm:t>
    </dgm:pt>
    <dgm:pt modelId="{22D9C6E1-7D81-1244-A608-137D31BDA889}">
      <dgm:prSet phldrT="[Text]"/>
      <dgm:spPr/>
      <dgm:t>
        <a:bodyPr/>
        <a:lstStyle/>
        <a:p>
          <a:r>
            <a:rPr lang="en-GB" dirty="0"/>
            <a:t>x-ray scattering</a:t>
          </a:r>
        </a:p>
      </dgm:t>
    </dgm:pt>
    <dgm:pt modelId="{1250D252-4DD6-CA45-89F4-35DA1E6597BE}" type="parTrans" cxnId="{63954BBA-5028-9D49-9972-C222D13F84D0}">
      <dgm:prSet/>
      <dgm:spPr/>
      <dgm:t>
        <a:bodyPr/>
        <a:lstStyle/>
        <a:p>
          <a:endParaRPr lang="en-GB"/>
        </a:p>
      </dgm:t>
    </dgm:pt>
    <dgm:pt modelId="{F68BC3E7-54E6-1641-AB1B-38826424DC83}" type="sibTrans" cxnId="{63954BBA-5028-9D49-9972-C222D13F84D0}">
      <dgm:prSet/>
      <dgm:spPr/>
      <dgm:t>
        <a:bodyPr/>
        <a:lstStyle/>
        <a:p>
          <a:endParaRPr lang="en-GB"/>
        </a:p>
      </dgm:t>
    </dgm:pt>
    <dgm:pt modelId="{8A99A620-7D6D-5341-A332-7B75142C1FB4}">
      <dgm:prSet phldrT="[Text]"/>
      <dgm:spPr/>
      <dgm:t>
        <a:bodyPr/>
        <a:lstStyle/>
        <a:p>
          <a:r>
            <a:rPr lang="en-GB" dirty="0"/>
            <a:t>inelastic x-ray scattering</a:t>
          </a:r>
        </a:p>
      </dgm:t>
    </dgm:pt>
    <dgm:pt modelId="{D6006EF2-4EA2-E846-9E55-7F0DA38F4188}" type="parTrans" cxnId="{2911B134-DC5B-1044-9B3D-D7DE387BAFAF}">
      <dgm:prSet/>
      <dgm:spPr/>
      <dgm:t>
        <a:bodyPr/>
        <a:lstStyle/>
        <a:p>
          <a:endParaRPr lang="en-GB"/>
        </a:p>
      </dgm:t>
    </dgm:pt>
    <dgm:pt modelId="{1AB744E1-745D-4548-A760-07B7E2408B2F}" type="sibTrans" cxnId="{2911B134-DC5B-1044-9B3D-D7DE387BAFAF}">
      <dgm:prSet/>
      <dgm:spPr/>
      <dgm:t>
        <a:bodyPr/>
        <a:lstStyle/>
        <a:p>
          <a:endParaRPr lang="en-GB"/>
        </a:p>
      </dgm:t>
    </dgm:pt>
    <dgm:pt modelId="{6E5EE1DB-4E99-B741-B133-8C9D11897CF5}" type="pres">
      <dgm:prSet presAssocID="{C87C476D-ABB2-BE46-A4C0-8CE5149B1228}" presName="hierChild1" presStyleCnt="0">
        <dgm:presLayoutVars>
          <dgm:chPref val="1"/>
          <dgm:dir/>
          <dgm:animOne val="branch"/>
          <dgm:animLvl val="lvl"/>
          <dgm:resizeHandles/>
        </dgm:presLayoutVars>
      </dgm:prSet>
      <dgm:spPr/>
    </dgm:pt>
    <dgm:pt modelId="{B3987BB0-C52B-5A47-8C30-81BD7E717872}" type="pres">
      <dgm:prSet presAssocID="{F014B9E0-111A-1044-A7FF-4D517C76CD1C}" presName="hierRoot1" presStyleCnt="0"/>
      <dgm:spPr/>
    </dgm:pt>
    <dgm:pt modelId="{0DB7F9B9-CEA0-614B-A09D-0117A5D12B8A}" type="pres">
      <dgm:prSet presAssocID="{F014B9E0-111A-1044-A7FF-4D517C76CD1C}" presName="composite" presStyleCnt="0"/>
      <dgm:spPr/>
    </dgm:pt>
    <dgm:pt modelId="{2ACAD7DA-D871-4B4B-A00D-A648E4419A28}" type="pres">
      <dgm:prSet presAssocID="{F014B9E0-111A-1044-A7FF-4D517C76CD1C}" presName="background" presStyleLbl="node0" presStyleIdx="0" presStyleCnt="1"/>
      <dgm:spPr/>
    </dgm:pt>
    <dgm:pt modelId="{C40A22BF-D788-254A-8196-A67FCA7829B3}" type="pres">
      <dgm:prSet presAssocID="{F014B9E0-111A-1044-A7FF-4D517C76CD1C}" presName="text" presStyleLbl="fgAcc0" presStyleIdx="0" presStyleCnt="1" custScaleY="102534">
        <dgm:presLayoutVars>
          <dgm:chPref val="3"/>
        </dgm:presLayoutVars>
      </dgm:prSet>
      <dgm:spPr/>
    </dgm:pt>
    <dgm:pt modelId="{A87D24CA-E310-A14C-8B30-1D77F8C69E9D}" type="pres">
      <dgm:prSet presAssocID="{F014B9E0-111A-1044-A7FF-4D517C76CD1C}" presName="hierChild2" presStyleCnt="0"/>
      <dgm:spPr/>
    </dgm:pt>
    <dgm:pt modelId="{32AA39D3-4B2C-314F-A93C-4AEDAE869C1F}" type="pres">
      <dgm:prSet presAssocID="{1250D252-4DD6-CA45-89F4-35DA1E6597BE}" presName="Name10" presStyleLbl="parChTrans1D2" presStyleIdx="0" presStyleCnt="1"/>
      <dgm:spPr/>
    </dgm:pt>
    <dgm:pt modelId="{7792963E-1098-C74F-8F7F-FD8FA9C0264D}" type="pres">
      <dgm:prSet presAssocID="{22D9C6E1-7D81-1244-A608-137D31BDA889}" presName="hierRoot2" presStyleCnt="0"/>
      <dgm:spPr/>
    </dgm:pt>
    <dgm:pt modelId="{571BEBFF-9F77-B64C-9E95-927E532AD2A2}" type="pres">
      <dgm:prSet presAssocID="{22D9C6E1-7D81-1244-A608-137D31BDA889}" presName="composite2" presStyleCnt="0"/>
      <dgm:spPr/>
    </dgm:pt>
    <dgm:pt modelId="{2E3AF8B3-6F59-8042-AB99-D5C102BDACF4}" type="pres">
      <dgm:prSet presAssocID="{22D9C6E1-7D81-1244-A608-137D31BDA889}" presName="background2" presStyleLbl="node2" presStyleIdx="0" presStyleCnt="1"/>
      <dgm:spPr/>
    </dgm:pt>
    <dgm:pt modelId="{21D98E1A-40DB-9D40-B1F0-256008BCAE3E}" type="pres">
      <dgm:prSet presAssocID="{22D9C6E1-7D81-1244-A608-137D31BDA889}" presName="text2" presStyleLbl="fgAcc2" presStyleIdx="0" presStyleCnt="1" custScaleY="100425">
        <dgm:presLayoutVars>
          <dgm:chPref val="3"/>
        </dgm:presLayoutVars>
      </dgm:prSet>
      <dgm:spPr/>
    </dgm:pt>
    <dgm:pt modelId="{4A4003D4-8D0C-1C45-A51A-628B4C1AB79A}" type="pres">
      <dgm:prSet presAssocID="{22D9C6E1-7D81-1244-A608-137D31BDA889}" presName="hierChild3" presStyleCnt="0"/>
      <dgm:spPr/>
    </dgm:pt>
    <dgm:pt modelId="{F9C1D5F9-2962-E84A-9629-E9F4326834E2}" type="pres">
      <dgm:prSet presAssocID="{D6006EF2-4EA2-E846-9E55-7F0DA38F4188}" presName="Name17" presStyleLbl="parChTrans1D3" presStyleIdx="0" presStyleCnt="1"/>
      <dgm:spPr/>
    </dgm:pt>
    <dgm:pt modelId="{354A7AE8-5C24-B044-BAC5-A0B6A75ED268}" type="pres">
      <dgm:prSet presAssocID="{8A99A620-7D6D-5341-A332-7B75142C1FB4}" presName="hierRoot3" presStyleCnt="0"/>
      <dgm:spPr/>
    </dgm:pt>
    <dgm:pt modelId="{A5C5C41C-A03A-0E45-A483-1A37766C9B43}" type="pres">
      <dgm:prSet presAssocID="{8A99A620-7D6D-5341-A332-7B75142C1FB4}" presName="composite3" presStyleCnt="0"/>
      <dgm:spPr/>
    </dgm:pt>
    <dgm:pt modelId="{28BF992C-2DD6-CB43-8E71-C1C2E949DE56}" type="pres">
      <dgm:prSet presAssocID="{8A99A620-7D6D-5341-A332-7B75142C1FB4}" presName="background3" presStyleLbl="node3" presStyleIdx="0" presStyleCnt="1"/>
      <dgm:spPr/>
    </dgm:pt>
    <dgm:pt modelId="{3199473E-9738-5A4D-AEF8-0A71A70BEA58}" type="pres">
      <dgm:prSet presAssocID="{8A99A620-7D6D-5341-A332-7B75142C1FB4}" presName="text3" presStyleLbl="fgAcc3" presStyleIdx="0" presStyleCnt="1" custScaleY="100530">
        <dgm:presLayoutVars>
          <dgm:chPref val="3"/>
        </dgm:presLayoutVars>
      </dgm:prSet>
      <dgm:spPr/>
    </dgm:pt>
    <dgm:pt modelId="{0BDBADBE-4044-B24B-ACB0-39A938B0E825}" type="pres">
      <dgm:prSet presAssocID="{8A99A620-7D6D-5341-A332-7B75142C1FB4}" presName="hierChild4" presStyleCnt="0"/>
      <dgm:spPr/>
    </dgm:pt>
  </dgm:ptLst>
  <dgm:cxnLst>
    <dgm:cxn modelId="{07061D01-4F1E-3B4F-B08A-5A5790C41C04}" type="presOf" srcId="{D6006EF2-4EA2-E846-9E55-7F0DA38F4188}" destId="{F9C1D5F9-2962-E84A-9629-E9F4326834E2}" srcOrd="0" destOrd="0" presId="urn:microsoft.com/office/officeart/2005/8/layout/hierarchy1"/>
    <dgm:cxn modelId="{C677531B-9B21-7141-949E-F458AA70FAE2}" type="presOf" srcId="{C87C476D-ABB2-BE46-A4C0-8CE5149B1228}" destId="{6E5EE1DB-4E99-B741-B133-8C9D11897CF5}" srcOrd="0" destOrd="0" presId="urn:microsoft.com/office/officeart/2005/8/layout/hierarchy1"/>
    <dgm:cxn modelId="{651C5821-25BF-0D43-B68F-912A07B82B0D}" type="presOf" srcId="{1250D252-4DD6-CA45-89F4-35DA1E6597BE}" destId="{32AA39D3-4B2C-314F-A93C-4AEDAE869C1F}" srcOrd="0" destOrd="0" presId="urn:microsoft.com/office/officeart/2005/8/layout/hierarchy1"/>
    <dgm:cxn modelId="{2911B134-DC5B-1044-9B3D-D7DE387BAFAF}" srcId="{22D9C6E1-7D81-1244-A608-137D31BDA889}" destId="{8A99A620-7D6D-5341-A332-7B75142C1FB4}" srcOrd="0" destOrd="0" parTransId="{D6006EF2-4EA2-E846-9E55-7F0DA38F4188}" sibTransId="{1AB744E1-745D-4548-A760-07B7E2408B2F}"/>
    <dgm:cxn modelId="{93DBFA39-F61F-2343-A1A5-A52E556B57B0}" type="presOf" srcId="{22D9C6E1-7D81-1244-A608-137D31BDA889}" destId="{21D98E1A-40DB-9D40-B1F0-256008BCAE3E}" srcOrd="0" destOrd="0" presId="urn:microsoft.com/office/officeart/2005/8/layout/hierarchy1"/>
    <dgm:cxn modelId="{5D08614A-40B8-2141-AD9C-F4487CA5F862}" type="presOf" srcId="{F014B9E0-111A-1044-A7FF-4D517C76CD1C}" destId="{C40A22BF-D788-254A-8196-A67FCA7829B3}" srcOrd="0" destOrd="0" presId="urn:microsoft.com/office/officeart/2005/8/layout/hierarchy1"/>
    <dgm:cxn modelId="{52484B7C-EA26-5D42-A387-F0B48B61ADC8}" srcId="{C87C476D-ABB2-BE46-A4C0-8CE5149B1228}" destId="{F014B9E0-111A-1044-A7FF-4D517C76CD1C}" srcOrd="0" destOrd="0" parTransId="{8B571C2E-94A0-A743-9497-B2B738BD3EE4}" sibTransId="{D5DFB5AB-3D8E-0944-8F1A-07F92160F13B}"/>
    <dgm:cxn modelId="{39AF17A1-CF91-054E-A0F4-633DD93F8472}" type="presOf" srcId="{8A99A620-7D6D-5341-A332-7B75142C1FB4}" destId="{3199473E-9738-5A4D-AEF8-0A71A70BEA58}" srcOrd="0" destOrd="0" presId="urn:microsoft.com/office/officeart/2005/8/layout/hierarchy1"/>
    <dgm:cxn modelId="{63954BBA-5028-9D49-9972-C222D13F84D0}" srcId="{F014B9E0-111A-1044-A7FF-4D517C76CD1C}" destId="{22D9C6E1-7D81-1244-A608-137D31BDA889}" srcOrd="0" destOrd="0" parTransId="{1250D252-4DD6-CA45-89F4-35DA1E6597BE}" sibTransId="{F68BC3E7-54E6-1641-AB1B-38826424DC83}"/>
    <dgm:cxn modelId="{63983D2B-BD36-8B49-A6E8-1B7DBCFA4B8B}" type="presParOf" srcId="{6E5EE1DB-4E99-B741-B133-8C9D11897CF5}" destId="{B3987BB0-C52B-5A47-8C30-81BD7E717872}" srcOrd="0" destOrd="0" presId="urn:microsoft.com/office/officeart/2005/8/layout/hierarchy1"/>
    <dgm:cxn modelId="{47107793-39F7-614F-A5A9-3F6826323A14}" type="presParOf" srcId="{B3987BB0-C52B-5A47-8C30-81BD7E717872}" destId="{0DB7F9B9-CEA0-614B-A09D-0117A5D12B8A}" srcOrd="0" destOrd="0" presId="urn:microsoft.com/office/officeart/2005/8/layout/hierarchy1"/>
    <dgm:cxn modelId="{14A9EBE5-42DD-3245-BB7D-D656A7E7FD24}" type="presParOf" srcId="{0DB7F9B9-CEA0-614B-A09D-0117A5D12B8A}" destId="{2ACAD7DA-D871-4B4B-A00D-A648E4419A28}" srcOrd="0" destOrd="0" presId="urn:microsoft.com/office/officeart/2005/8/layout/hierarchy1"/>
    <dgm:cxn modelId="{86E8E29F-885C-B047-9096-9BE3B8C2160E}" type="presParOf" srcId="{0DB7F9B9-CEA0-614B-A09D-0117A5D12B8A}" destId="{C40A22BF-D788-254A-8196-A67FCA7829B3}" srcOrd="1" destOrd="0" presId="urn:microsoft.com/office/officeart/2005/8/layout/hierarchy1"/>
    <dgm:cxn modelId="{144E6A54-34DA-F043-B2B6-1E7A6EB77A09}" type="presParOf" srcId="{B3987BB0-C52B-5A47-8C30-81BD7E717872}" destId="{A87D24CA-E310-A14C-8B30-1D77F8C69E9D}" srcOrd="1" destOrd="0" presId="urn:microsoft.com/office/officeart/2005/8/layout/hierarchy1"/>
    <dgm:cxn modelId="{AA582436-DF3C-D54B-A421-32DCC67BFF03}" type="presParOf" srcId="{A87D24CA-E310-A14C-8B30-1D77F8C69E9D}" destId="{32AA39D3-4B2C-314F-A93C-4AEDAE869C1F}" srcOrd="0" destOrd="0" presId="urn:microsoft.com/office/officeart/2005/8/layout/hierarchy1"/>
    <dgm:cxn modelId="{763D79ED-8C7A-1243-8E20-17227C9F6010}" type="presParOf" srcId="{A87D24CA-E310-A14C-8B30-1D77F8C69E9D}" destId="{7792963E-1098-C74F-8F7F-FD8FA9C0264D}" srcOrd="1" destOrd="0" presId="urn:microsoft.com/office/officeart/2005/8/layout/hierarchy1"/>
    <dgm:cxn modelId="{B8DAB8FD-FCAC-2442-888D-F53BC482DBF1}" type="presParOf" srcId="{7792963E-1098-C74F-8F7F-FD8FA9C0264D}" destId="{571BEBFF-9F77-B64C-9E95-927E532AD2A2}" srcOrd="0" destOrd="0" presId="urn:microsoft.com/office/officeart/2005/8/layout/hierarchy1"/>
    <dgm:cxn modelId="{ED49E1EF-8170-2443-A1EB-90E68DC098BF}" type="presParOf" srcId="{571BEBFF-9F77-B64C-9E95-927E532AD2A2}" destId="{2E3AF8B3-6F59-8042-AB99-D5C102BDACF4}" srcOrd="0" destOrd="0" presId="urn:microsoft.com/office/officeart/2005/8/layout/hierarchy1"/>
    <dgm:cxn modelId="{6FBDAFE1-9398-F147-BD3D-ECCCE394A6CF}" type="presParOf" srcId="{571BEBFF-9F77-B64C-9E95-927E532AD2A2}" destId="{21D98E1A-40DB-9D40-B1F0-256008BCAE3E}" srcOrd="1" destOrd="0" presId="urn:microsoft.com/office/officeart/2005/8/layout/hierarchy1"/>
    <dgm:cxn modelId="{4C031DEB-9B08-B948-8A7E-518694FEF5BB}" type="presParOf" srcId="{7792963E-1098-C74F-8F7F-FD8FA9C0264D}" destId="{4A4003D4-8D0C-1C45-A51A-628B4C1AB79A}" srcOrd="1" destOrd="0" presId="urn:microsoft.com/office/officeart/2005/8/layout/hierarchy1"/>
    <dgm:cxn modelId="{B3437178-FD5A-9E4E-8D4F-E5B092ED0FCE}" type="presParOf" srcId="{4A4003D4-8D0C-1C45-A51A-628B4C1AB79A}" destId="{F9C1D5F9-2962-E84A-9629-E9F4326834E2}" srcOrd="0" destOrd="0" presId="urn:microsoft.com/office/officeart/2005/8/layout/hierarchy1"/>
    <dgm:cxn modelId="{0A24DF1E-FCED-8F4D-BEF3-7B5A0CD6F840}" type="presParOf" srcId="{4A4003D4-8D0C-1C45-A51A-628B4C1AB79A}" destId="{354A7AE8-5C24-B044-BAC5-A0B6A75ED268}" srcOrd="1" destOrd="0" presId="urn:microsoft.com/office/officeart/2005/8/layout/hierarchy1"/>
    <dgm:cxn modelId="{79BB0F4E-D502-E242-80C7-E46C1C21AF9B}" type="presParOf" srcId="{354A7AE8-5C24-B044-BAC5-A0B6A75ED268}" destId="{A5C5C41C-A03A-0E45-A483-1A37766C9B43}" srcOrd="0" destOrd="0" presId="urn:microsoft.com/office/officeart/2005/8/layout/hierarchy1"/>
    <dgm:cxn modelId="{1E4CA483-9AD6-4642-8812-5D2ECED3BBAD}" type="presParOf" srcId="{A5C5C41C-A03A-0E45-A483-1A37766C9B43}" destId="{28BF992C-2DD6-CB43-8E71-C1C2E949DE56}" srcOrd="0" destOrd="0" presId="urn:microsoft.com/office/officeart/2005/8/layout/hierarchy1"/>
    <dgm:cxn modelId="{0F04E5C6-997B-7D41-B13C-6B1F71D1682B}" type="presParOf" srcId="{A5C5C41C-A03A-0E45-A483-1A37766C9B43}" destId="{3199473E-9738-5A4D-AEF8-0A71A70BEA58}" srcOrd="1" destOrd="0" presId="urn:microsoft.com/office/officeart/2005/8/layout/hierarchy1"/>
    <dgm:cxn modelId="{9A27F82D-4525-9C4B-B08A-3ECBF8345B3D}" type="presParOf" srcId="{354A7AE8-5C24-B044-BAC5-A0B6A75ED268}" destId="{0BDBADBE-4044-B24B-ACB0-39A938B0E825}" srcOrd="1" destOrd="0" presId="urn:microsoft.com/office/officeart/2005/8/layout/hierarchy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C49D556-D962-4A0C-878A-6DF39560A59A}" type="doc">
      <dgm:prSet loTypeId="urn:microsoft.com/office/officeart/2005/8/layout/process1" loCatId="process" qsTypeId="urn:microsoft.com/office/officeart/2005/8/quickstyle/simple1" qsCatId="simple" csTypeId="urn:microsoft.com/office/officeart/2005/8/colors/accent1_2" csCatId="accent1" phldr="1"/>
      <dgm:spPr/>
    </dgm:pt>
    <dgm:pt modelId="{ED797183-1E1C-442D-868D-AA83D5133110}">
      <dgm:prSet phldrT="[Text]" phldr="0"/>
      <dgm:spPr/>
      <dgm:t>
        <a:bodyPr/>
        <a:lstStyle/>
        <a:p>
          <a:pPr rtl="0"/>
          <a:r>
            <a:rPr lang="en-GB" dirty="0">
              <a:latin typeface="Neue Haas Grotesk Text Pro"/>
            </a:rPr>
            <a:t>Data</a:t>
          </a:r>
          <a:endParaRPr lang="en-GB" dirty="0"/>
        </a:p>
      </dgm:t>
    </dgm:pt>
    <dgm:pt modelId="{6309229A-FDCB-4389-B6A7-DE1F39EB8700}" type="parTrans" cxnId="{577478F9-8AFF-46B9-8FE9-22223BE89CC0}">
      <dgm:prSet/>
      <dgm:spPr/>
      <dgm:t>
        <a:bodyPr/>
        <a:lstStyle/>
        <a:p>
          <a:endParaRPr lang="en-GB"/>
        </a:p>
      </dgm:t>
    </dgm:pt>
    <dgm:pt modelId="{C38FAB69-E493-4616-BCA6-92FDDD22B5DA}" type="sibTrans" cxnId="{577478F9-8AFF-46B9-8FE9-22223BE89CC0}">
      <dgm:prSet/>
      <dgm:spPr/>
      <dgm:t>
        <a:bodyPr/>
        <a:lstStyle/>
        <a:p>
          <a:endParaRPr lang="en-GB"/>
        </a:p>
      </dgm:t>
    </dgm:pt>
    <dgm:pt modelId="{BB6542C8-1717-42F7-BB69-E00A81AD36E2}">
      <dgm:prSet phldrT="[Text]" phldr="0"/>
      <dgm:spPr/>
      <dgm:t>
        <a:bodyPr/>
        <a:lstStyle/>
        <a:p>
          <a:pPr rtl="0"/>
          <a:r>
            <a:rPr lang="en-GB" dirty="0">
              <a:latin typeface="Neue Haas Grotesk Text Pro"/>
            </a:rPr>
            <a:t>Pre-processing workflow</a:t>
          </a:r>
          <a:endParaRPr lang="en-GB" dirty="0"/>
        </a:p>
      </dgm:t>
    </dgm:pt>
    <dgm:pt modelId="{E4D7F31D-954F-4204-BDA8-4322BD956E6F}" type="parTrans" cxnId="{3990902E-6082-41BD-B26C-D644CC8013A1}">
      <dgm:prSet/>
      <dgm:spPr/>
      <dgm:t>
        <a:bodyPr/>
        <a:lstStyle/>
        <a:p>
          <a:endParaRPr lang="en-GB"/>
        </a:p>
      </dgm:t>
    </dgm:pt>
    <dgm:pt modelId="{42B65976-B337-4209-813A-2AF27141DBE2}" type="sibTrans" cxnId="{3990902E-6082-41BD-B26C-D644CC8013A1}">
      <dgm:prSet/>
      <dgm:spPr/>
      <dgm:t>
        <a:bodyPr/>
        <a:lstStyle/>
        <a:p>
          <a:endParaRPr lang="en-GB"/>
        </a:p>
      </dgm:t>
    </dgm:pt>
    <dgm:pt modelId="{8EC1CD61-0585-4DA1-A247-E71B301764CA}">
      <dgm:prSet phldrT="[Text]" phldr="0"/>
      <dgm:spPr/>
      <dgm:t>
        <a:bodyPr/>
        <a:lstStyle/>
        <a:p>
          <a:pPr rtl="0"/>
          <a:r>
            <a:rPr lang="en-GB" dirty="0">
              <a:latin typeface="Neue Haas Grotesk Text Pro"/>
            </a:rPr>
            <a:t>AI model</a:t>
          </a:r>
          <a:endParaRPr lang="en-GB" dirty="0"/>
        </a:p>
      </dgm:t>
    </dgm:pt>
    <dgm:pt modelId="{52228F9E-1CFB-4656-AE72-3AF1E05425CC}" type="parTrans" cxnId="{2832F430-D38F-45F0-B801-90A71AB32550}">
      <dgm:prSet/>
      <dgm:spPr/>
      <dgm:t>
        <a:bodyPr/>
        <a:lstStyle/>
        <a:p>
          <a:endParaRPr lang="en-GB"/>
        </a:p>
      </dgm:t>
    </dgm:pt>
    <dgm:pt modelId="{FEB6B890-0344-49ED-8FBD-C668038A0008}" type="sibTrans" cxnId="{2832F430-D38F-45F0-B801-90A71AB32550}">
      <dgm:prSet/>
      <dgm:spPr/>
      <dgm:t>
        <a:bodyPr/>
        <a:lstStyle/>
        <a:p>
          <a:endParaRPr lang="en-GB"/>
        </a:p>
      </dgm:t>
    </dgm:pt>
    <dgm:pt modelId="{2599E9F1-940C-4E06-A8A2-24E04ADDB440}" type="pres">
      <dgm:prSet presAssocID="{BC49D556-D962-4A0C-878A-6DF39560A59A}" presName="Name0" presStyleCnt="0">
        <dgm:presLayoutVars>
          <dgm:dir/>
          <dgm:resizeHandles val="exact"/>
        </dgm:presLayoutVars>
      </dgm:prSet>
      <dgm:spPr/>
    </dgm:pt>
    <dgm:pt modelId="{38C7618B-E041-4CD6-BBAA-5430FC6DA914}" type="pres">
      <dgm:prSet presAssocID="{ED797183-1E1C-442D-868D-AA83D5133110}" presName="node" presStyleLbl="node1" presStyleIdx="0" presStyleCnt="3">
        <dgm:presLayoutVars>
          <dgm:bulletEnabled val="1"/>
        </dgm:presLayoutVars>
      </dgm:prSet>
      <dgm:spPr/>
    </dgm:pt>
    <dgm:pt modelId="{409C7518-2A76-41F0-B47B-952CC701863F}" type="pres">
      <dgm:prSet presAssocID="{C38FAB69-E493-4616-BCA6-92FDDD22B5DA}" presName="sibTrans" presStyleLbl="sibTrans2D1" presStyleIdx="0" presStyleCnt="2"/>
      <dgm:spPr/>
    </dgm:pt>
    <dgm:pt modelId="{70AFF817-048C-405E-AAC9-0C55B8345A29}" type="pres">
      <dgm:prSet presAssocID="{C38FAB69-E493-4616-BCA6-92FDDD22B5DA}" presName="connectorText" presStyleLbl="sibTrans2D1" presStyleIdx="0" presStyleCnt="2"/>
      <dgm:spPr/>
    </dgm:pt>
    <dgm:pt modelId="{2396F414-0107-4540-8D9F-E2347D586262}" type="pres">
      <dgm:prSet presAssocID="{BB6542C8-1717-42F7-BB69-E00A81AD36E2}" presName="node" presStyleLbl="node1" presStyleIdx="1" presStyleCnt="3">
        <dgm:presLayoutVars>
          <dgm:bulletEnabled val="1"/>
        </dgm:presLayoutVars>
      </dgm:prSet>
      <dgm:spPr/>
    </dgm:pt>
    <dgm:pt modelId="{5B8B00B7-1485-4A90-A276-4845B6D46D3B}" type="pres">
      <dgm:prSet presAssocID="{42B65976-B337-4209-813A-2AF27141DBE2}" presName="sibTrans" presStyleLbl="sibTrans2D1" presStyleIdx="1" presStyleCnt="2"/>
      <dgm:spPr/>
    </dgm:pt>
    <dgm:pt modelId="{9E522E15-BA34-4FD2-9BE9-B51FBF42C358}" type="pres">
      <dgm:prSet presAssocID="{42B65976-B337-4209-813A-2AF27141DBE2}" presName="connectorText" presStyleLbl="sibTrans2D1" presStyleIdx="1" presStyleCnt="2"/>
      <dgm:spPr/>
    </dgm:pt>
    <dgm:pt modelId="{60CB0E99-C59F-46F4-825D-20D8FFDF3330}" type="pres">
      <dgm:prSet presAssocID="{8EC1CD61-0585-4DA1-A247-E71B301764CA}" presName="node" presStyleLbl="node1" presStyleIdx="2" presStyleCnt="3">
        <dgm:presLayoutVars>
          <dgm:bulletEnabled val="1"/>
        </dgm:presLayoutVars>
      </dgm:prSet>
      <dgm:spPr/>
    </dgm:pt>
  </dgm:ptLst>
  <dgm:cxnLst>
    <dgm:cxn modelId="{D1FA0C10-2916-4A4C-B598-39BE3291F74C}" type="presOf" srcId="{ED797183-1E1C-442D-868D-AA83D5133110}" destId="{38C7618B-E041-4CD6-BBAA-5430FC6DA914}" srcOrd="0" destOrd="0" presId="urn:microsoft.com/office/officeart/2005/8/layout/process1"/>
    <dgm:cxn modelId="{5150662A-D305-4002-AC29-232FC88CA301}" type="presOf" srcId="{C38FAB69-E493-4616-BCA6-92FDDD22B5DA}" destId="{409C7518-2A76-41F0-B47B-952CC701863F}" srcOrd="0" destOrd="0" presId="urn:microsoft.com/office/officeart/2005/8/layout/process1"/>
    <dgm:cxn modelId="{D870DB2C-F1B1-4B7B-99A5-6729F10EC04D}" type="presOf" srcId="{42B65976-B337-4209-813A-2AF27141DBE2}" destId="{5B8B00B7-1485-4A90-A276-4845B6D46D3B}" srcOrd="0" destOrd="0" presId="urn:microsoft.com/office/officeart/2005/8/layout/process1"/>
    <dgm:cxn modelId="{3990902E-6082-41BD-B26C-D644CC8013A1}" srcId="{BC49D556-D962-4A0C-878A-6DF39560A59A}" destId="{BB6542C8-1717-42F7-BB69-E00A81AD36E2}" srcOrd="1" destOrd="0" parTransId="{E4D7F31D-954F-4204-BDA8-4322BD956E6F}" sibTransId="{42B65976-B337-4209-813A-2AF27141DBE2}"/>
    <dgm:cxn modelId="{2832F430-D38F-45F0-B801-90A71AB32550}" srcId="{BC49D556-D962-4A0C-878A-6DF39560A59A}" destId="{8EC1CD61-0585-4DA1-A247-E71B301764CA}" srcOrd="2" destOrd="0" parTransId="{52228F9E-1CFB-4656-AE72-3AF1E05425CC}" sibTransId="{FEB6B890-0344-49ED-8FBD-C668038A0008}"/>
    <dgm:cxn modelId="{F351AA4B-213F-4D36-B1B9-BC7952130C64}" type="presOf" srcId="{C38FAB69-E493-4616-BCA6-92FDDD22B5DA}" destId="{70AFF817-048C-405E-AAC9-0C55B8345A29}" srcOrd="1" destOrd="0" presId="urn:microsoft.com/office/officeart/2005/8/layout/process1"/>
    <dgm:cxn modelId="{79813750-9312-4499-9341-FD9540EFC4D6}" type="presOf" srcId="{42B65976-B337-4209-813A-2AF27141DBE2}" destId="{9E522E15-BA34-4FD2-9BE9-B51FBF42C358}" srcOrd="1" destOrd="0" presId="urn:microsoft.com/office/officeart/2005/8/layout/process1"/>
    <dgm:cxn modelId="{9D51B952-F837-415A-9A55-0608ADF907B3}" type="presOf" srcId="{BC49D556-D962-4A0C-878A-6DF39560A59A}" destId="{2599E9F1-940C-4E06-A8A2-24E04ADDB440}" srcOrd="0" destOrd="0" presId="urn:microsoft.com/office/officeart/2005/8/layout/process1"/>
    <dgm:cxn modelId="{66E07454-A1F1-4BE4-8D9D-BBF4E3A28363}" type="presOf" srcId="{8EC1CD61-0585-4DA1-A247-E71B301764CA}" destId="{60CB0E99-C59F-46F4-825D-20D8FFDF3330}" srcOrd="0" destOrd="0" presId="urn:microsoft.com/office/officeart/2005/8/layout/process1"/>
    <dgm:cxn modelId="{21D0D6BB-765B-4F8A-A8A5-497C74219002}" type="presOf" srcId="{BB6542C8-1717-42F7-BB69-E00A81AD36E2}" destId="{2396F414-0107-4540-8D9F-E2347D586262}" srcOrd="0" destOrd="0" presId="urn:microsoft.com/office/officeart/2005/8/layout/process1"/>
    <dgm:cxn modelId="{577478F9-8AFF-46B9-8FE9-22223BE89CC0}" srcId="{BC49D556-D962-4A0C-878A-6DF39560A59A}" destId="{ED797183-1E1C-442D-868D-AA83D5133110}" srcOrd="0" destOrd="0" parTransId="{6309229A-FDCB-4389-B6A7-DE1F39EB8700}" sibTransId="{C38FAB69-E493-4616-BCA6-92FDDD22B5DA}"/>
    <dgm:cxn modelId="{548E4FCE-DA1F-4DE2-97B8-0D3331F973E5}" type="presParOf" srcId="{2599E9F1-940C-4E06-A8A2-24E04ADDB440}" destId="{38C7618B-E041-4CD6-BBAA-5430FC6DA914}" srcOrd="0" destOrd="0" presId="urn:microsoft.com/office/officeart/2005/8/layout/process1"/>
    <dgm:cxn modelId="{9B050DDB-8539-488B-8E32-52FB250D22BB}" type="presParOf" srcId="{2599E9F1-940C-4E06-A8A2-24E04ADDB440}" destId="{409C7518-2A76-41F0-B47B-952CC701863F}" srcOrd="1" destOrd="0" presId="urn:microsoft.com/office/officeart/2005/8/layout/process1"/>
    <dgm:cxn modelId="{C6B924FF-FD41-4B20-AA73-1DF34DD6B2E7}" type="presParOf" srcId="{409C7518-2A76-41F0-B47B-952CC701863F}" destId="{70AFF817-048C-405E-AAC9-0C55B8345A29}" srcOrd="0" destOrd="0" presId="urn:microsoft.com/office/officeart/2005/8/layout/process1"/>
    <dgm:cxn modelId="{93966EB2-6B8D-4DE6-AD28-82736C899607}" type="presParOf" srcId="{2599E9F1-940C-4E06-A8A2-24E04ADDB440}" destId="{2396F414-0107-4540-8D9F-E2347D586262}" srcOrd="2" destOrd="0" presId="urn:microsoft.com/office/officeart/2005/8/layout/process1"/>
    <dgm:cxn modelId="{00730EDA-239E-4A86-8195-D61802003330}" type="presParOf" srcId="{2599E9F1-940C-4E06-A8A2-24E04ADDB440}" destId="{5B8B00B7-1485-4A90-A276-4845B6D46D3B}" srcOrd="3" destOrd="0" presId="urn:microsoft.com/office/officeart/2005/8/layout/process1"/>
    <dgm:cxn modelId="{7C1D4A2A-AD36-497F-9898-E2FAE3084B3A}" type="presParOf" srcId="{5B8B00B7-1485-4A90-A276-4845B6D46D3B}" destId="{9E522E15-BA34-4FD2-9BE9-B51FBF42C358}" srcOrd="0" destOrd="0" presId="urn:microsoft.com/office/officeart/2005/8/layout/process1"/>
    <dgm:cxn modelId="{EAAD4599-3C67-4DFB-8957-B7DB11C2F3EC}" type="presParOf" srcId="{2599E9F1-940C-4E06-A8A2-24E04ADDB440}" destId="{60CB0E99-C59F-46F4-825D-20D8FFDF3330}"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A43FB92-5508-7B47-80B9-B33DE6872FC6}"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GB"/>
        </a:p>
      </dgm:t>
    </dgm:pt>
    <dgm:pt modelId="{0213EE1C-28F2-894B-A4A0-BDE73B8E25E0}">
      <dgm:prSet phldrT="[Text]"/>
      <dgm:spPr/>
      <dgm:t>
        <a:bodyPr/>
        <a:lstStyle/>
        <a:p>
          <a:pPr>
            <a:lnSpc>
              <a:spcPct val="100000"/>
            </a:lnSpc>
          </a:pPr>
          <a:r>
            <a:rPr lang="en-GB"/>
            <a:t>Chemistry</a:t>
          </a:r>
        </a:p>
      </dgm:t>
    </dgm:pt>
    <dgm:pt modelId="{FC979ABF-2A14-4441-A68F-EA284A2D4E1B}" type="parTrans" cxnId="{37732D32-FE40-7A42-8574-1115846DE20A}">
      <dgm:prSet/>
      <dgm:spPr/>
      <dgm:t>
        <a:bodyPr/>
        <a:lstStyle/>
        <a:p>
          <a:endParaRPr lang="en-GB"/>
        </a:p>
      </dgm:t>
    </dgm:pt>
    <dgm:pt modelId="{970608C7-8B8F-4144-BCAA-7E616A8BA221}" type="sibTrans" cxnId="{37732D32-FE40-7A42-8574-1115846DE20A}">
      <dgm:prSet/>
      <dgm:spPr/>
      <dgm:t>
        <a:bodyPr/>
        <a:lstStyle/>
        <a:p>
          <a:pPr>
            <a:lnSpc>
              <a:spcPct val="100000"/>
            </a:lnSpc>
          </a:pPr>
          <a:endParaRPr lang="en-GB"/>
        </a:p>
      </dgm:t>
    </dgm:pt>
    <dgm:pt modelId="{30EB357F-1783-BD42-B43A-A08A76C34F27}">
      <dgm:prSet phldrT="[Text]"/>
      <dgm:spPr/>
      <dgm:t>
        <a:bodyPr/>
        <a:lstStyle/>
        <a:p>
          <a:pPr>
            <a:lnSpc>
              <a:spcPct val="100000"/>
            </a:lnSpc>
          </a:pPr>
          <a:r>
            <a:rPr lang="en-GB"/>
            <a:t>Earth Sciences and Environment</a:t>
          </a:r>
        </a:p>
      </dgm:t>
    </dgm:pt>
    <dgm:pt modelId="{D28F4D76-C71B-CC40-BE7E-7339CAB2FDFA}" type="parTrans" cxnId="{8D122852-3E86-7342-AF96-F831612990F3}">
      <dgm:prSet/>
      <dgm:spPr/>
      <dgm:t>
        <a:bodyPr/>
        <a:lstStyle/>
        <a:p>
          <a:endParaRPr lang="en-GB"/>
        </a:p>
      </dgm:t>
    </dgm:pt>
    <dgm:pt modelId="{820E73D7-94FF-E94E-8F66-8263E24BDD6D}" type="sibTrans" cxnId="{8D122852-3E86-7342-AF96-F831612990F3}">
      <dgm:prSet/>
      <dgm:spPr/>
      <dgm:t>
        <a:bodyPr/>
        <a:lstStyle/>
        <a:p>
          <a:pPr>
            <a:lnSpc>
              <a:spcPct val="100000"/>
            </a:lnSpc>
          </a:pPr>
          <a:endParaRPr lang="en-GB"/>
        </a:p>
      </dgm:t>
    </dgm:pt>
    <dgm:pt modelId="{8A3613B6-F03C-754A-B918-0EBDA746EA09}">
      <dgm:prSet phldrT="[Text]"/>
      <dgm:spPr/>
      <dgm:t>
        <a:bodyPr/>
        <a:lstStyle/>
        <a:p>
          <a:pPr>
            <a:lnSpc>
              <a:spcPct val="100000"/>
            </a:lnSpc>
          </a:pPr>
          <a:r>
            <a:rPr lang="en-GB"/>
            <a:t>Engineering and Technology</a:t>
          </a:r>
        </a:p>
      </dgm:t>
    </dgm:pt>
    <dgm:pt modelId="{A9E7F4ED-9465-6D43-A028-9B4624582D15}" type="parTrans" cxnId="{33CE24FA-EE58-8D49-9ADD-E9E2B3E73FC0}">
      <dgm:prSet/>
      <dgm:spPr/>
      <dgm:t>
        <a:bodyPr/>
        <a:lstStyle/>
        <a:p>
          <a:endParaRPr lang="en-GB"/>
        </a:p>
      </dgm:t>
    </dgm:pt>
    <dgm:pt modelId="{8EDA0D30-E6E0-9446-896D-50CBA96F2176}" type="sibTrans" cxnId="{33CE24FA-EE58-8D49-9ADD-E9E2B3E73FC0}">
      <dgm:prSet/>
      <dgm:spPr/>
      <dgm:t>
        <a:bodyPr/>
        <a:lstStyle/>
        <a:p>
          <a:pPr>
            <a:lnSpc>
              <a:spcPct val="100000"/>
            </a:lnSpc>
          </a:pPr>
          <a:endParaRPr lang="en-GB"/>
        </a:p>
      </dgm:t>
    </dgm:pt>
    <dgm:pt modelId="{AEE6E784-DCD4-6F45-BA7D-A0E6698FBA51}">
      <dgm:prSet phldrT="[Text]"/>
      <dgm:spPr/>
      <dgm:t>
        <a:bodyPr/>
        <a:lstStyle/>
        <a:p>
          <a:pPr>
            <a:lnSpc>
              <a:spcPct val="100000"/>
            </a:lnSpc>
          </a:pPr>
          <a:r>
            <a:rPr lang="en-GB"/>
            <a:t>Life Sciences</a:t>
          </a:r>
        </a:p>
      </dgm:t>
    </dgm:pt>
    <dgm:pt modelId="{A587DB08-C35E-2D4B-AD9B-EBF08C008BDE}" type="parTrans" cxnId="{8CAB9680-B8B1-C74B-BCA8-751F61672DE5}">
      <dgm:prSet/>
      <dgm:spPr/>
      <dgm:t>
        <a:bodyPr/>
        <a:lstStyle/>
        <a:p>
          <a:endParaRPr lang="en-GB"/>
        </a:p>
      </dgm:t>
    </dgm:pt>
    <dgm:pt modelId="{64EB1277-7586-B242-9E8B-62E762FA4E47}" type="sibTrans" cxnId="{8CAB9680-B8B1-C74B-BCA8-751F61672DE5}">
      <dgm:prSet/>
      <dgm:spPr/>
      <dgm:t>
        <a:bodyPr/>
        <a:lstStyle/>
        <a:p>
          <a:pPr>
            <a:lnSpc>
              <a:spcPct val="100000"/>
            </a:lnSpc>
          </a:pPr>
          <a:endParaRPr lang="en-GB"/>
        </a:p>
      </dgm:t>
    </dgm:pt>
    <dgm:pt modelId="{336CE188-83B2-F844-A155-7E470F9CB314}">
      <dgm:prSet phldrT="[Text]"/>
      <dgm:spPr/>
      <dgm:t>
        <a:bodyPr/>
        <a:lstStyle/>
        <a:p>
          <a:pPr>
            <a:lnSpc>
              <a:spcPct val="100000"/>
            </a:lnSpc>
          </a:pPr>
          <a:r>
            <a:rPr lang="en-GB"/>
            <a:t>Materials Science</a:t>
          </a:r>
        </a:p>
      </dgm:t>
    </dgm:pt>
    <dgm:pt modelId="{45F3828B-BC77-704C-8B15-50657ACE1687}" type="parTrans" cxnId="{3FDA18F5-563A-FD40-8E98-E7682F81EDDA}">
      <dgm:prSet/>
      <dgm:spPr/>
      <dgm:t>
        <a:bodyPr/>
        <a:lstStyle/>
        <a:p>
          <a:endParaRPr lang="en-GB"/>
        </a:p>
      </dgm:t>
    </dgm:pt>
    <dgm:pt modelId="{DECFEE60-C540-AB4B-AAB5-7C91BC98A5BF}" type="sibTrans" cxnId="{3FDA18F5-563A-FD40-8E98-E7682F81EDDA}">
      <dgm:prSet/>
      <dgm:spPr/>
      <dgm:t>
        <a:bodyPr/>
        <a:lstStyle/>
        <a:p>
          <a:pPr>
            <a:lnSpc>
              <a:spcPct val="100000"/>
            </a:lnSpc>
          </a:pPr>
          <a:endParaRPr lang="en-GB"/>
        </a:p>
      </dgm:t>
    </dgm:pt>
    <dgm:pt modelId="{5AC1183C-4E6C-9643-8BEC-D1A1D11C05A8}">
      <dgm:prSet phldrT="[Text]"/>
      <dgm:spPr/>
      <dgm:t>
        <a:bodyPr/>
        <a:lstStyle/>
        <a:p>
          <a:pPr>
            <a:lnSpc>
              <a:spcPct val="100000"/>
            </a:lnSpc>
          </a:pPr>
          <a:r>
            <a:rPr lang="en-GB"/>
            <a:t>Physics</a:t>
          </a:r>
        </a:p>
      </dgm:t>
    </dgm:pt>
    <dgm:pt modelId="{E904285D-6529-6B4C-BF20-03E2F122A6C1}" type="parTrans" cxnId="{B0BAC990-6809-0D4F-A14E-6B18FB7AC99E}">
      <dgm:prSet/>
      <dgm:spPr/>
      <dgm:t>
        <a:bodyPr/>
        <a:lstStyle/>
        <a:p>
          <a:endParaRPr lang="en-GB"/>
        </a:p>
      </dgm:t>
    </dgm:pt>
    <dgm:pt modelId="{536AF070-F0CA-D643-A88F-33C906DF7CAB}" type="sibTrans" cxnId="{B0BAC990-6809-0D4F-A14E-6B18FB7AC99E}">
      <dgm:prSet/>
      <dgm:spPr/>
      <dgm:t>
        <a:bodyPr/>
        <a:lstStyle/>
        <a:p>
          <a:pPr>
            <a:lnSpc>
              <a:spcPct val="100000"/>
            </a:lnSpc>
          </a:pPr>
          <a:endParaRPr lang="en-GB"/>
        </a:p>
      </dgm:t>
    </dgm:pt>
    <dgm:pt modelId="{8D1A8DE2-238C-A542-AE0E-69C20EBE4514}">
      <dgm:prSet/>
      <dgm:spPr/>
      <dgm:t>
        <a:bodyPr/>
        <a:lstStyle/>
        <a:p>
          <a:pPr>
            <a:lnSpc>
              <a:spcPct val="100000"/>
            </a:lnSpc>
          </a:pPr>
          <a:r>
            <a:rPr lang="en-GB"/>
            <a:t>Energy</a:t>
          </a:r>
        </a:p>
      </dgm:t>
    </dgm:pt>
    <dgm:pt modelId="{A06111E0-F796-034E-8046-AD991F17FE3A}" type="parTrans" cxnId="{FD438EE4-24B8-174C-9AD9-E02E35F85F0C}">
      <dgm:prSet/>
      <dgm:spPr/>
      <dgm:t>
        <a:bodyPr/>
        <a:lstStyle/>
        <a:p>
          <a:endParaRPr lang="en-GB"/>
        </a:p>
      </dgm:t>
    </dgm:pt>
    <dgm:pt modelId="{10FACECD-95A2-8942-AF23-C09C286F8950}" type="sibTrans" cxnId="{FD438EE4-24B8-174C-9AD9-E02E35F85F0C}">
      <dgm:prSet/>
      <dgm:spPr/>
      <dgm:t>
        <a:bodyPr/>
        <a:lstStyle/>
        <a:p>
          <a:pPr>
            <a:lnSpc>
              <a:spcPct val="100000"/>
            </a:lnSpc>
          </a:pPr>
          <a:endParaRPr lang="en-GB"/>
        </a:p>
      </dgm:t>
    </dgm:pt>
    <dgm:pt modelId="{8553F0EF-E68E-3340-B78C-E50815BF88C9}">
      <dgm:prSet/>
      <dgm:spPr/>
      <dgm:t>
        <a:bodyPr/>
        <a:lstStyle/>
        <a:p>
          <a:pPr>
            <a:lnSpc>
              <a:spcPct val="100000"/>
            </a:lnSpc>
          </a:pPr>
          <a:r>
            <a:rPr lang="en-GB"/>
            <a:t>Cultural Heritage</a:t>
          </a:r>
        </a:p>
      </dgm:t>
    </dgm:pt>
    <dgm:pt modelId="{BAAF3157-28EB-654E-A2C4-C42731DEB78A}" type="parTrans" cxnId="{92610FEA-E452-FB43-AA78-2BAC89531DED}">
      <dgm:prSet/>
      <dgm:spPr/>
      <dgm:t>
        <a:bodyPr/>
        <a:lstStyle/>
        <a:p>
          <a:endParaRPr lang="en-GB"/>
        </a:p>
      </dgm:t>
    </dgm:pt>
    <dgm:pt modelId="{871AB313-FC17-0C4C-BC57-77CB6AEF94A3}" type="sibTrans" cxnId="{92610FEA-E452-FB43-AA78-2BAC89531DED}">
      <dgm:prSet/>
      <dgm:spPr/>
      <dgm:t>
        <a:bodyPr/>
        <a:lstStyle/>
        <a:p>
          <a:endParaRPr lang="en-GB"/>
        </a:p>
      </dgm:t>
    </dgm:pt>
    <dgm:pt modelId="{09437530-868B-4377-92FE-9F629E1FF3BF}" type="pres">
      <dgm:prSet presAssocID="{2A43FB92-5508-7B47-80B9-B33DE6872FC6}" presName="root" presStyleCnt="0">
        <dgm:presLayoutVars>
          <dgm:dir/>
          <dgm:resizeHandles val="exact"/>
        </dgm:presLayoutVars>
      </dgm:prSet>
      <dgm:spPr/>
    </dgm:pt>
    <dgm:pt modelId="{6F0675C7-42E8-4149-9174-020ACDE464AD}" type="pres">
      <dgm:prSet presAssocID="{2A43FB92-5508-7B47-80B9-B33DE6872FC6}" presName="container" presStyleCnt="0">
        <dgm:presLayoutVars>
          <dgm:dir/>
          <dgm:resizeHandles val="exact"/>
        </dgm:presLayoutVars>
      </dgm:prSet>
      <dgm:spPr/>
    </dgm:pt>
    <dgm:pt modelId="{78C323DC-D4D4-458E-849F-590CE8902B68}" type="pres">
      <dgm:prSet presAssocID="{0213EE1C-28F2-894B-A4A0-BDE73B8E25E0}" presName="compNode" presStyleCnt="0"/>
      <dgm:spPr/>
    </dgm:pt>
    <dgm:pt modelId="{3D895F48-B1FB-4E68-83C4-3AE008F99F22}" type="pres">
      <dgm:prSet presAssocID="{0213EE1C-28F2-894B-A4A0-BDE73B8E25E0}" presName="iconBgRect" presStyleLbl="bgShp" presStyleIdx="0" presStyleCnt="8"/>
      <dgm:spPr/>
    </dgm:pt>
    <dgm:pt modelId="{EC8A5607-E08B-4D8E-B560-D6B970E9E69B}" type="pres">
      <dgm:prSet presAssocID="{0213EE1C-28F2-894B-A4A0-BDE73B8E25E0}"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st tubes"/>
        </a:ext>
      </dgm:extLst>
    </dgm:pt>
    <dgm:pt modelId="{A5EA3801-4381-4D6F-AB50-6178628D9227}" type="pres">
      <dgm:prSet presAssocID="{0213EE1C-28F2-894B-A4A0-BDE73B8E25E0}" presName="spaceRect" presStyleCnt="0"/>
      <dgm:spPr/>
    </dgm:pt>
    <dgm:pt modelId="{BB6607B5-C556-41D0-8F45-00F0FFA5A81A}" type="pres">
      <dgm:prSet presAssocID="{0213EE1C-28F2-894B-A4A0-BDE73B8E25E0}" presName="textRect" presStyleLbl="revTx" presStyleIdx="0" presStyleCnt="8">
        <dgm:presLayoutVars>
          <dgm:chMax val="1"/>
          <dgm:chPref val="1"/>
        </dgm:presLayoutVars>
      </dgm:prSet>
      <dgm:spPr/>
    </dgm:pt>
    <dgm:pt modelId="{8F6BC4C0-7D12-43CD-8FA4-8DEC27CDAFAD}" type="pres">
      <dgm:prSet presAssocID="{970608C7-8B8F-4144-BCAA-7E616A8BA221}" presName="sibTrans" presStyleLbl="sibTrans2D1" presStyleIdx="0" presStyleCnt="0"/>
      <dgm:spPr/>
    </dgm:pt>
    <dgm:pt modelId="{015E5ACA-B394-4054-8EC0-B037F6C8F8B3}" type="pres">
      <dgm:prSet presAssocID="{30EB357F-1783-BD42-B43A-A08A76C34F27}" presName="compNode" presStyleCnt="0"/>
      <dgm:spPr/>
    </dgm:pt>
    <dgm:pt modelId="{B56648E4-C64C-4C85-9BCF-FB20AE00C1ED}" type="pres">
      <dgm:prSet presAssocID="{30EB357F-1783-BD42-B43A-A08A76C34F27}" presName="iconBgRect" presStyleLbl="bgShp" presStyleIdx="1" presStyleCnt="8"/>
      <dgm:spPr/>
    </dgm:pt>
    <dgm:pt modelId="{1C896F1F-D1B8-458F-B5F3-8F7277C40FCE}" type="pres">
      <dgm:prSet presAssocID="{30EB357F-1783-BD42-B43A-A08A76C34F27}"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arth Globe Americas"/>
        </a:ext>
      </dgm:extLst>
    </dgm:pt>
    <dgm:pt modelId="{DF34668E-82AE-4530-BFC9-30C445467719}" type="pres">
      <dgm:prSet presAssocID="{30EB357F-1783-BD42-B43A-A08A76C34F27}" presName="spaceRect" presStyleCnt="0"/>
      <dgm:spPr/>
    </dgm:pt>
    <dgm:pt modelId="{8DB6935B-45CD-4277-8A15-E03A6A57D904}" type="pres">
      <dgm:prSet presAssocID="{30EB357F-1783-BD42-B43A-A08A76C34F27}" presName="textRect" presStyleLbl="revTx" presStyleIdx="1" presStyleCnt="8">
        <dgm:presLayoutVars>
          <dgm:chMax val="1"/>
          <dgm:chPref val="1"/>
        </dgm:presLayoutVars>
      </dgm:prSet>
      <dgm:spPr/>
    </dgm:pt>
    <dgm:pt modelId="{C7AAD8FF-4D9A-432A-928D-A86E5EF787EB}" type="pres">
      <dgm:prSet presAssocID="{820E73D7-94FF-E94E-8F66-8263E24BDD6D}" presName="sibTrans" presStyleLbl="sibTrans2D1" presStyleIdx="0" presStyleCnt="0"/>
      <dgm:spPr/>
    </dgm:pt>
    <dgm:pt modelId="{34E3F9F6-C83E-4726-8806-CB9D0BF964E4}" type="pres">
      <dgm:prSet presAssocID="{8A3613B6-F03C-754A-B918-0EBDA746EA09}" presName="compNode" presStyleCnt="0"/>
      <dgm:spPr/>
    </dgm:pt>
    <dgm:pt modelId="{5EB01D69-D6B2-492A-A196-7183FAD40222}" type="pres">
      <dgm:prSet presAssocID="{8A3613B6-F03C-754A-B918-0EBDA746EA09}" presName="iconBgRect" presStyleLbl="bgShp" presStyleIdx="2" presStyleCnt="8"/>
      <dgm:spPr/>
    </dgm:pt>
    <dgm:pt modelId="{F5FE1B92-78F7-4BA1-9131-19F2C75CE3FD}" type="pres">
      <dgm:prSet presAssocID="{8A3613B6-F03C-754A-B918-0EBDA746EA09}"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B865BCB5-E9B0-49D2-A201-1D3E017094D9}" type="pres">
      <dgm:prSet presAssocID="{8A3613B6-F03C-754A-B918-0EBDA746EA09}" presName="spaceRect" presStyleCnt="0"/>
      <dgm:spPr/>
    </dgm:pt>
    <dgm:pt modelId="{7D0EB23D-F7BA-4C07-88BB-4130E206BB81}" type="pres">
      <dgm:prSet presAssocID="{8A3613B6-F03C-754A-B918-0EBDA746EA09}" presName="textRect" presStyleLbl="revTx" presStyleIdx="2" presStyleCnt="8">
        <dgm:presLayoutVars>
          <dgm:chMax val="1"/>
          <dgm:chPref val="1"/>
        </dgm:presLayoutVars>
      </dgm:prSet>
      <dgm:spPr/>
    </dgm:pt>
    <dgm:pt modelId="{DB7F240C-28CD-4D00-A29D-47823308D83C}" type="pres">
      <dgm:prSet presAssocID="{8EDA0D30-E6E0-9446-896D-50CBA96F2176}" presName="sibTrans" presStyleLbl="sibTrans2D1" presStyleIdx="0" presStyleCnt="0"/>
      <dgm:spPr/>
    </dgm:pt>
    <dgm:pt modelId="{ECC96470-6859-42EB-ADF6-8AC35F2DEE72}" type="pres">
      <dgm:prSet presAssocID="{AEE6E784-DCD4-6F45-BA7D-A0E6698FBA51}" presName="compNode" presStyleCnt="0"/>
      <dgm:spPr/>
    </dgm:pt>
    <dgm:pt modelId="{D1723F78-3C29-47BA-8E90-CBB69B3F6A5C}" type="pres">
      <dgm:prSet presAssocID="{AEE6E784-DCD4-6F45-BA7D-A0E6698FBA51}" presName="iconBgRect" presStyleLbl="bgShp" presStyleIdx="3" presStyleCnt="8"/>
      <dgm:spPr/>
    </dgm:pt>
    <dgm:pt modelId="{5AD3F1B7-1495-4AE9-A3F1-6A8E5E51ABE8}" type="pres">
      <dgm:prSet presAssocID="{AEE6E784-DCD4-6F45-BA7D-A0E6698FBA51}"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NA"/>
        </a:ext>
      </dgm:extLst>
    </dgm:pt>
    <dgm:pt modelId="{81D9A869-D0B7-40DB-A1AB-76F64F760F14}" type="pres">
      <dgm:prSet presAssocID="{AEE6E784-DCD4-6F45-BA7D-A0E6698FBA51}" presName="spaceRect" presStyleCnt="0"/>
      <dgm:spPr/>
    </dgm:pt>
    <dgm:pt modelId="{3028164C-85D4-4813-B839-C8BBD506F287}" type="pres">
      <dgm:prSet presAssocID="{AEE6E784-DCD4-6F45-BA7D-A0E6698FBA51}" presName="textRect" presStyleLbl="revTx" presStyleIdx="3" presStyleCnt="8">
        <dgm:presLayoutVars>
          <dgm:chMax val="1"/>
          <dgm:chPref val="1"/>
        </dgm:presLayoutVars>
      </dgm:prSet>
      <dgm:spPr/>
    </dgm:pt>
    <dgm:pt modelId="{560D76AD-1F30-43A2-AA1E-5BCEC2677EBC}" type="pres">
      <dgm:prSet presAssocID="{64EB1277-7586-B242-9E8B-62E762FA4E47}" presName="sibTrans" presStyleLbl="sibTrans2D1" presStyleIdx="0" presStyleCnt="0"/>
      <dgm:spPr/>
    </dgm:pt>
    <dgm:pt modelId="{D714EF84-9903-4A21-8E65-506689746742}" type="pres">
      <dgm:prSet presAssocID="{336CE188-83B2-F844-A155-7E470F9CB314}" presName="compNode" presStyleCnt="0"/>
      <dgm:spPr/>
    </dgm:pt>
    <dgm:pt modelId="{5825E759-525C-4D1D-A3F8-C8F786DA3F3B}" type="pres">
      <dgm:prSet presAssocID="{336CE188-83B2-F844-A155-7E470F9CB314}" presName="iconBgRect" presStyleLbl="bgShp" presStyleIdx="4" presStyleCnt="8"/>
      <dgm:spPr/>
    </dgm:pt>
    <dgm:pt modelId="{C6EBA918-4C63-4A1A-AF56-0B4A9647E474}" type="pres">
      <dgm:prSet presAssocID="{336CE188-83B2-F844-A155-7E470F9CB314}"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lask"/>
        </a:ext>
      </dgm:extLst>
    </dgm:pt>
    <dgm:pt modelId="{C473CBF6-9B77-46BE-976B-626A561C7A28}" type="pres">
      <dgm:prSet presAssocID="{336CE188-83B2-F844-A155-7E470F9CB314}" presName="spaceRect" presStyleCnt="0"/>
      <dgm:spPr/>
    </dgm:pt>
    <dgm:pt modelId="{455D0302-1DB4-4DD5-A991-B6D0157818E9}" type="pres">
      <dgm:prSet presAssocID="{336CE188-83B2-F844-A155-7E470F9CB314}" presName="textRect" presStyleLbl="revTx" presStyleIdx="4" presStyleCnt="8">
        <dgm:presLayoutVars>
          <dgm:chMax val="1"/>
          <dgm:chPref val="1"/>
        </dgm:presLayoutVars>
      </dgm:prSet>
      <dgm:spPr/>
    </dgm:pt>
    <dgm:pt modelId="{77575A20-04EA-424D-8E12-D8FDFF068DFF}" type="pres">
      <dgm:prSet presAssocID="{DECFEE60-C540-AB4B-AAB5-7C91BC98A5BF}" presName="sibTrans" presStyleLbl="sibTrans2D1" presStyleIdx="0" presStyleCnt="0"/>
      <dgm:spPr/>
    </dgm:pt>
    <dgm:pt modelId="{B4D02E14-9ECE-41F7-A9DB-5A218224E208}" type="pres">
      <dgm:prSet presAssocID="{5AC1183C-4E6C-9643-8BEC-D1A1D11C05A8}" presName="compNode" presStyleCnt="0"/>
      <dgm:spPr/>
    </dgm:pt>
    <dgm:pt modelId="{C915E665-4D2F-492C-A226-3FB7E9BAA06C}" type="pres">
      <dgm:prSet presAssocID="{5AC1183C-4E6C-9643-8BEC-D1A1D11C05A8}" presName="iconBgRect" presStyleLbl="bgShp" presStyleIdx="5" presStyleCnt="8"/>
      <dgm:spPr/>
    </dgm:pt>
    <dgm:pt modelId="{2C36E36C-B12E-41C2-802B-E229CC986B25}" type="pres">
      <dgm:prSet presAssocID="{5AC1183C-4E6C-9643-8BEC-D1A1D11C05A8}"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agnet"/>
        </a:ext>
      </dgm:extLst>
    </dgm:pt>
    <dgm:pt modelId="{A3639781-0909-447B-8383-7ABC1E5462D4}" type="pres">
      <dgm:prSet presAssocID="{5AC1183C-4E6C-9643-8BEC-D1A1D11C05A8}" presName="spaceRect" presStyleCnt="0"/>
      <dgm:spPr/>
    </dgm:pt>
    <dgm:pt modelId="{3CB8D046-0FF3-47D5-BBF7-C2A253F8C3FE}" type="pres">
      <dgm:prSet presAssocID="{5AC1183C-4E6C-9643-8BEC-D1A1D11C05A8}" presName="textRect" presStyleLbl="revTx" presStyleIdx="5" presStyleCnt="8">
        <dgm:presLayoutVars>
          <dgm:chMax val="1"/>
          <dgm:chPref val="1"/>
        </dgm:presLayoutVars>
      </dgm:prSet>
      <dgm:spPr/>
    </dgm:pt>
    <dgm:pt modelId="{12ADBD65-24CF-40A7-BAAB-905C9CA3398D}" type="pres">
      <dgm:prSet presAssocID="{536AF070-F0CA-D643-A88F-33C906DF7CAB}" presName="sibTrans" presStyleLbl="sibTrans2D1" presStyleIdx="0" presStyleCnt="0"/>
      <dgm:spPr/>
    </dgm:pt>
    <dgm:pt modelId="{EE994607-376E-42B9-B741-937B33DA5A4B}" type="pres">
      <dgm:prSet presAssocID="{8D1A8DE2-238C-A542-AE0E-69C20EBE4514}" presName="compNode" presStyleCnt="0"/>
      <dgm:spPr/>
    </dgm:pt>
    <dgm:pt modelId="{0999F6D7-EE91-4098-886F-1317096A1038}" type="pres">
      <dgm:prSet presAssocID="{8D1A8DE2-238C-A542-AE0E-69C20EBE4514}" presName="iconBgRect" presStyleLbl="bgShp" presStyleIdx="6" presStyleCnt="8"/>
      <dgm:spPr/>
    </dgm:pt>
    <dgm:pt modelId="{D308316D-4021-4123-9D3D-496853E5A5EE}" type="pres">
      <dgm:prSet presAssocID="{8D1A8DE2-238C-A542-AE0E-69C20EBE4514}"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Electric Car"/>
        </a:ext>
      </dgm:extLst>
    </dgm:pt>
    <dgm:pt modelId="{CAD655B3-0915-4F9B-BD6D-6EFCAAED1BB6}" type="pres">
      <dgm:prSet presAssocID="{8D1A8DE2-238C-A542-AE0E-69C20EBE4514}" presName="spaceRect" presStyleCnt="0"/>
      <dgm:spPr/>
    </dgm:pt>
    <dgm:pt modelId="{3126DB5A-28D1-4FB9-B89E-28196BE6A667}" type="pres">
      <dgm:prSet presAssocID="{8D1A8DE2-238C-A542-AE0E-69C20EBE4514}" presName="textRect" presStyleLbl="revTx" presStyleIdx="6" presStyleCnt="8">
        <dgm:presLayoutVars>
          <dgm:chMax val="1"/>
          <dgm:chPref val="1"/>
        </dgm:presLayoutVars>
      </dgm:prSet>
      <dgm:spPr/>
    </dgm:pt>
    <dgm:pt modelId="{1D430FED-7754-4884-A35A-790023E35522}" type="pres">
      <dgm:prSet presAssocID="{10FACECD-95A2-8942-AF23-C09C286F8950}" presName="sibTrans" presStyleLbl="sibTrans2D1" presStyleIdx="0" presStyleCnt="0"/>
      <dgm:spPr/>
    </dgm:pt>
    <dgm:pt modelId="{9DDE0764-276C-4345-A6AF-8C3E3F5D31EA}" type="pres">
      <dgm:prSet presAssocID="{8553F0EF-E68E-3340-B78C-E50815BF88C9}" presName="compNode" presStyleCnt="0"/>
      <dgm:spPr/>
    </dgm:pt>
    <dgm:pt modelId="{E21FE143-2D58-4280-B198-035A64B72498}" type="pres">
      <dgm:prSet presAssocID="{8553F0EF-E68E-3340-B78C-E50815BF88C9}" presName="iconBgRect" presStyleLbl="bgShp" presStyleIdx="7" presStyleCnt="8"/>
      <dgm:spPr/>
    </dgm:pt>
    <dgm:pt modelId="{930FAF16-716A-489F-AE2E-1776164ABC6F}" type="pres">
      <dgm:prSet presAssocID="{8553F0EF-E68E-3340-B78C-E50815BF88C9}"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Earth Globe Europe-Africa"/>
        </a:ext>
      </dgm:extLst>
    </dgm:pt>
    <dgm:pt modelId="{4024B55C-46AE-40F3-BF6B-670AAE9EF7B7}" type="pres">
      <dgm:prSet presAssocID="{8553F0EF-E68E-3340-B78C-E50815BF88C9}" presName="spaceRect" presStyleCnt="0"/>
      <dgm:spPr/>
    </dgm:pt>
    <dgm:pt modelId="{82BE6A95-AF2D-4143-BCAA-44F73788A2CF}" type="pres">
      <dgm:prSet presAssocID="{8553F0EF-E68E-3340-B78C-E50815BF88C9}" presName="textRect" presStyleLbl="revTx" presStyleIdx="7" presStyleCnt="8">
        <dgm:presLayoutVars>
          <dgm:chMax val="1"/>
          <dgm:chPref val="1"/>
        </dgm:presLayoutVars>
      </dgm:prSet>
      <dgm:spPr/>
    </dgm:pt>
  </dgm:ptLst>
  <dgm:cxnLst>
    <dgm:cxn modelId="{94064719-E9E3-D34B-8FAB-7861D2AEDA27}" type="presOf" srcId="{AEE6E784-DCD4-6F45-BA7D-A0E6698FBA51}" destId="{3028164C-85D4-4813-B839-C8BBD506F287}" srcOrd="0" destOrd="0" presId="urn:microsoft.com/office/officeart/2018/2/layout/IconCircleList"/>
    <dgm:cxn modelId="{37732D32-FE40-7A42-8574-1115846DE20A}" srcId="{2A43FB92-5508-7B47-80B9-B33DE6872FC6}" destId="{0213EE1C-28F2-894B-A4A0-BDE73B8E25E0}" srcOrd="0" destOrd="0" parTransId="{FC979ABF-2A14-4441-A68F-EA284A2D4E1B}" sibTransId="{970608C7-8B8F-4144-BCAA-7E616A8BA221}"/>
    <dgm:cxn modelId="{CF9EF634-7DBD-7245-80E2-71B197CF44D0}" type="presOf" srcId="{64EB1277-7586-B242-9E8B-62E762FA4E47}" destId="{560D76AD-1F30-43A2-AA1E-5BCEC2677EBC}" srcOrd="0" destOrd="0" presId="urn:microsoft.com/office/officeart/2018/2/layout/IconCircleList"/>
    <dgm:cxn modelId="{C03A3A50-293F-6245-9889-24FFDD114C22}" type="presOf" srcId="{970608C7-8B8F-4144-BCAA-7E616A8BA221}" destId="{8F6BC4C0-7D12-43CD-8FA4-8DEC27CDAFAD}" srcOrd="0" destOrd="0" presId="urn:microsoft.com/office/officeart/2018/2/layout/IconCircleList"/>
    <dgm:cxn modelId="{8D122852-3E86-7342-AF96-F831612990F3}" srcId="{2A43FB92-5508-7B47-80B9-B33DE6872FC6}" destId="{30EB357F-1783-BD42-B43A-A08A76C34F27}" srcOrd="1" destOrd="0" parTransId="{D28F4D76-C71B-CC40-BE7E-7339CAB2FDFA}" sibTransId="{820E73D7-94FF-E94E-8F66-8263E24BDD6D}"/>
    <dgm:cxn modelId="{540E7B61-F388-BE4C-A3AC-12CF52992CCD}" type="presOf" srcId="{0213EE1C-28F2-894B-A4A0-BDE73B8E25E0}" destId="{BB6607B5-C556-41D0-8F45-00F0FFA5A81A}" srcOrd="0" destOrd="0" presId="urn:microsoft.com/office/officeart/2018/2/layout/IconCircleList"/>
    <dgm:cxn modelId="{B25CC661-5992-3A45-866F-625F55ACD55C}" type="presOf" srcId="{30EB357F-1783-BD42-B43A-A08A76C34F27}" destId="{8DB6935B-45CD-4277-8A15-E03A6A57D904}" srcOrd="0" destOrd="0" presId="urn:microsoft.com/office/officeart/2018/2/layout/IconCircleList"/>
    <dgm:cxn modelId="{A29B027A-00AB-B04D-A17C-F217CA049B68}" type="presOf" srcId="{8553F0EF-E68E-3340-B78C-E50815BF88C9}" destId="{82BE6A95-AF2D-4143-BCAA-44F73788A2CF}" srcOrd="0" destOrd="0" presId="urn:microsoft.com/office/officeart/2018/2/layout/IconCircleList"/>
    <dgm:cxn modelId="{8CAB9680-B8B1-C74B-BCA8-751F61672DE5}" srcId="{2A43FB92-5508-7B47-80B9-B33DE6872FC6}" destId="{AEE6E784-DCD4-6F45-BA7D-A0E6698FBA51}" srcOrd="3" destOrd="0" parTransId="{A587DB08-C35E-2D4B-AD9B-EBF08C008BDE}" sibTransId="{64EB1277-7586-B242-9E8B-62E762FA4E47}"/>
    <dgm:cxn modelId="{FCC3068C-0137-624D-93F4-D2D00C112A61}" type="presOf" srcId="{5AC1183C-4E6C-9643-8BEC-D1A1D11C05A8}" destId="{3CB8D046-0FF3-47D5-BBF7-C2A253F8C3FE}" srcOrd="0" destOrd="0" presId="urn:microsoft.com/office/officeart/2018/2/layout/IconCircleList"/>
    <dgm:cxn modelId="{B0BAC990-6809-0D4F-A14E-6B18FB7AC99E}" srcId="{2A43FB92-5508-7B47-80B9-B33DE6872FC6}" destId="{5AC1183C-4E6C-9643-8BEC-D1A1D11C05A8}" srcOrd="5" destOrd="0" parTransId="{E904285D-6529-6B4C-BF20-03E2F122A6C1}" sibTransId="{536AF070-F0CA-D643-A88F-33C906DF7CAB}"/>
    <dgm:cxn modelId="{43F7CC9B-13E8-6441-802D-433FFA07355F}" type="presOf" srcId="{8A3613B6-F03C-754A-B918-0EBDA746EA09}" destId="{7D0EB23D-F7BA-4C07-88BB-4130E206BB81}" srcOrd="0" destOrd="0" presId="urn:microsoft.com/office/officeart/2018/2/layout/IconCircleList"/>
    <dgm:cxn modelId="{C4FB9DAE-BDFD-2344-9555-B4F301AA5D01}" type="presOf" srcId="{DECFEE60-C540-AB4B-AAB5-7C91BC98A5BF}" destId="{77575A20-04EA-424D-8E12-D8FDFF068DFF}" srcOrd="0" destOrd="0" presId="urn:microsoft.com/office/officeart/2018/2/layout/IconCircleList"/>
    <dgm:cxn modelId="{E974F1AE-5806-D44F-B47F-57355D3725FC}" type="presOf" srcId="{2A43FB92-5508-7B47-80B9-B33DE6872FC6}" destId="{09437530-868B-4377-92FE-9F629E1FF3BF}" srcOrd="0" destOrd="0" presId="urn:microsoft.com/office/officeart/2018/2/layout/IconCircleList"/>
    <dgm:cxn modelId="{AEB96FB8-657E-A74D-A998-6D17CDEC24E3}" type="presOf" srcId="{336CE188-83B2-F844-A155-7E470F9CB314}" destId="{455D0302-1DB4-4DD5-A991-B6D0157818E9}" srcOrd="0" destOrd="0" presId="urn:microsoft.com/office/officeart/2018/2/layout/IconCircleList"/>
    <dgm:cxn modelId="{33673CBF-FE6D-6340-9EA7-EA6B0EB950DD}" type="presOf" srcId="{820E73D7-94FF-E94E-8F66-8263E24BDD6D}" destId="{C7AAD8FF-4D9A-432A-928D-A86E5EF787EB}" srcOrd="0" destOrd="0" presId="urn:microsoft.com/office/officeart/2018/2/layout/IconCircleList"/>
    <dgm:cxn modelId="{950B21C4-D1C1-1649-BF99-C8CF3C1515FD}" type="presOf" srcId="{8D1A8DE2-238C-A542-AE0E-69C20EBE4514}" destId="{3126DB5A-28D1-4FB9-B89E-28196BE6A667}" srcOrd="0" destOrd="0" presId="urn:microsoft.com/office/officeart/2018/2/layout/IconCircleList"/>
    <dgm:cxn modelId="{A12D37E4-C98F-C846-9579-F711EFF25EDF}" type="presOf" srcId="{10FACECD-95A2-8942-AF23-C09C286F8950}" destId="{1D430FED-7754-4884-A35A-790023E35522}" srcOrd="0" destOrd="0" presId="urn:microsoft.com/office/officeart/2018/2/layout/IconCircleList"/>
    <dgm:cxn modelId="{9CA66AE4-A835-F148-B221-9ED150EFD794}" type="presOf" srcId="{8EDA0D30-E6E0-9446-896D-50CBA96F2176}" destId="{DB7F240C-28CD-4D00-A29D-47823308D83C}" srcOrd="0" destOrd="0" presId="urn:microsoft.com/office/officeart/2018/2/layout/IconCircleList"/>
    <dgm:cxn modelId="{FD438EE4-24B8-174C-9AD9-E02E35F85F0C}" srcId="{2A43FB92-5508-7B47-80B9-B33DE6872FC6}" destId="{8D1A8DE2-238C-A542-AE0E-69C20EBE4514}" srcOrd="6" destOrd="0" parTransId="{A06111E0-F796-034E-8046-AD991F17FE3A}" sibTransId="{10FACECD-95A2-8942-AF23-C09C286F8950}"/>
    <dgm:cxn modelId="{92610FEA-E452-FB43-AA78-2BAC89531DED}" srcId="{2A43FB92-5508-7B47-80B9-B33DE6872FC6}" destId="{8553F0EF-E68E-3340-B78C-E50815BF88C9}" srcOrd="7" destOrd="0" parTransId="{BAAF3157-28EB-654E-A2C4-C42731DEB78A}" sibTransId="{871AB313-FC17-0C4C-BC57-77CB6AEF94A3}"/>
    <dgm:cxn modelId="{DBBD47EF-4CC8-144C-A44A-E907647EF17F}" type="presOf" srcId="{536AF070-F0CA-D643-A88F-33C906DF7CAB}" destId="{12ADBD65-24CF-40A7-BAAB-905C9CA3398D}" srcOrd="0" destOrd="0" presId="urn:microsoft.com/office/officeart/2018/2/layout/IconCircleList"/>
    <dgm:cxn modelId="{3FDA18F5-563A-FD40-8E98-E7682F81EDDA}" srcId="{2A43FB92-5508-7B47-80B9-B33DE6872FC6}" destId="{336CE188-83B2-F844-A155-7E470F9CB314}" srcOrd="4" destOrd="0" parTransId="{45F3828B-BC77-704C-8B15-50657ACE1687}" sibTransId="{DECFEE60-C540-AB4B-AAB5-7C91BC98A5BF}"/>
    <dgm:cxn modelId="{33CE24FA-EE58-8D49-9ADD-E9E2B3E73FC0}" srcId="{2A43FB92-5508-7B47-80B9-B33DE6872FC6}" destId="{8A3613B6-F03C-754A-B918-0EBDA746EA09}" srcOrd="2" destOrd="0" parTransId="{A9E7F4ED-9465-6D43-A028-9B4624582D15}" sibTransId="{8EDA0D30-E6E0-9446-896D-50CBA96F2176}"/>
    <dgm:cxn modelId="{9597B18F-159F-ED49-A37C-19185D59F540}" type="presParOf" srcId="{09437530-868B-4377-92FE-9F629E1FF3BF}" destId="{6F0675C7-42E8-4149-9174-020ACDE464AD}" srcOrd="0" destOrd="0" presId="urn:microsoft.com/office/officeart/2018/2/layout/IconCircleList"/>
    <dgm:cxn modelId="{BD81B1C3-E8CD-AD41-B9FE-997DCF286DA5}" type="presParOf" srcId="{6F0675C7-42E8-4149-9174-020ACDE464AD}" destId="{78C323DC-D4D4-458E-849F-590CE8902B68}" srcOrd="0" destOrd="0" presId="urn:microsoft.com/office/officeart/2018/2/layout/IconCircleList"/>
    <dgm:cxn modelId="{67057529-C6F4-B44D-95C7-037E1636C4F1}" type="presParOf" srcId="{78C323DC-D4D4-458E-849F-590CE8902B68}" destId="{3D895F48-B1FB-4E68-83C4-3AE008F99F22}" srcOrd="0" destOrd="0" presId="urn:microsoft.com/office/officeart/2018/2/layout/IconCircleList"/>
    <dgm:cxn modelId="{95F6719B-27B1-1F44-95F9-032B0EF16941}" type="presParOf" srcId="{78C323DC-D4D4-458E-849F-590CE8902B68}" destId="{EC8A5607-E08B-4D8E-B560-D6B970E9E69B}" srcOrd="1" destOrd="0" presId="urn:microsoft.com/office/officeart/2018/2/layout/IconCircleList"/>
    <dgm:cxn modelId="{C7605200-92E2-E044-81D6-C72C4C05D0F2}" type="presParOf" srcId="{78C323DC-D4D4-458E-849F-590CE8902B68}" destId="{A5EA3801-4381-4D6F-AB50-6178628D9227}" srcOrd="2" destOrd="0" presId="urn:microsoft.com/office/officeart/2018/2/layout/IconCircleList"/>
    <dgm:cxn modelId="{6CF3893F-FD95-EC4C-951C-7D94578A8096}" type="presParOf" srcId="{78C323DC-D4D4-458E-849F-590CE8902B68}" destId="{BB6607B5-C556-41D0-8F45-00F0FFA5A81A}" srcOrd="3" destOrd="0" presId="urn:microsoft.com/office/officeart/2018/2/layout/IconCircleList"/>
    <dgm:cxn modelId="{B948E6AC-40C8-0D40-91BD-6EB768976B13}" type="presParOf" srcId="{6F0675C7-42E8-4149-9174-020ACDE464AD}" destId="{8F6BC4C0-7D12-43CD-8FA4-8DEC27CDAFAD}" srcOrd="1" destOrd="0" presId="urn:microsoft.com/office/officeart/2018/2/layout/IconCircleList"/>
    <dgm:cxn modelId="{BB927033-CF94-1043-B73E-FA136912A3EC}" type="presParOf" srcId="{6F0675C7-42E8-4149-9174-020ACDE464AD}" destId="{015E5ACA-B394-4054-8EC0-B037F6C8F8B3}" srcOrd="2" destOrd="0" presId="urn:microsoft.com/office/officeart/2018/2/layout/IconCircleList"/>
    <dgm:cxn modelId="{44356CCB-71E4-E649-B9EE-2BFACA20C34C}" type="presParOf" srcId="{015E5ACA-B394-4054-8EC0-B037F6C8F8B3}" destId="{B56648E4-C64C-4C85-9BCF-FB20AE00C1ED}" srcOrd="0" destOrd="0" presId="urn:microsoft.com/office/officeart/2018/2/layout/IconCircleList"/>
    <dgm:cxn modelId="{7B5B11CA-4B9E-3C45-8831-050E3C273452}" type="presParOf" srcId="{015E5ACA-B394-4054-8EC0-B037F6C8F8B3}" destId="{1C896F1F-D1B8-458F-B5F3-8F7277C40FCE}" srcOrd="1" destOrd="0" presId="urn:microsoft.com/office/officeart/2018/2/layout/IconCircleList"/>
    <dgm:cxn modelId="{982AADFB-F974-E840-BFFC-AA9F88A4DC5E}" type="presParOf" srcId="{015E5ACA-B394-4054-8EC0-B037F6C8F8B3}" destId="{DF34668E-82AE-4530-BFC9-30C445467719}" srcOrd="2" destOrd="0" presId="urn:microsoft.com/office/officeart/2018/2/layout/IconCircleList"/>
    <dgm:cxn modelId="{33B8659A-4798-3C42-97C1-50635AAB5F91}" type="presParOf" srcId="{015E5ACA-B394-4054-8EC0-B037F6C8F8B3}" destId="{8DB6935B-45CD-4277-8A15-E03A6A57D904}" srcOrd="3" destOrd="0" presId="urn:microsoft.com/office/officeart/2018/2/layout/IconCircleList"/>
    <dgm:cxn modelId="{AD61A2A1-64AC-884A-8367-E882A4DE950C}" type="presParOf" srcId="{6F0675C7-42E8-4149-9174-020ACDE464AD}" destId="{C7AAD8FF-4D9A-432A-928D-A86E5EF787EB}" srcOrd="3" destOrd="0" presId="urn:microsoft.com/office/officeart/2018/2/layout/IconCircleList"/>
    <dgm:cxn modelId="{9C1422D0-2D80-B14C-81D2-1E0FB703B571}" type="presParOf" srcId="{6F0675C7-42E8-4149-9174-020ACDE464AD}" destId="{34E3F9F6-C83E-4726-8806-CB9D0BF964E4}" srcOrd="4" destOrd="0" presId="urn:microsoft.com/office/officeart/2018/2/layout/IconCircleList"/>
    <dgm:cxn modelId="{23E9966D-28B5-544B-A67D-AC294B284B8E}" type="presParOf" srcId="{34E3F9F6-C83E-4726-8806-CB9D0BF964E4}" destId="{5EB01D69-D6B2-492A-A196-7183FAD40222}" srcOrd="0" destOrd="0" presId="urn:microsoft.com/office/officeart/2018/2/layout/IconCircleList"/>
    <dgm:cxn modelId="{3AC5FF31-B562-8644-A650-888618919468}" type="presParOf" srcId="{34E3F9F6-C83E-4726-8806-CB9D0BF964E4}" destId="{F5FE1B92-78F7-4BA1-9131-19F2C75CE3FD}" srcOrd="1" destOrd="0" presId="urn:microsoft.com/office/officeart/2018/2/layout/IconCircleList"/>
    <dgm:cxn modelId="{FF55C640-B9A1-854D-8E7A-B46565926C32}" type="presParOf" srcId="{34E3F9F6-C83E-4726-8806-CB9D0BF964E4}" destId="{B865BCB5-E9B0-49D2-A201-1D3E017094D9}" srcOrd="2" destOrd="0" presId="urn:microsoft.com/office/officeart/2018/2/layout/IconCircleList"/>
    <dgm:cxn modelId="{19DBAC01-03A3-C948-BE84-B153FFF84920}" type="presParOf" srcId="{34E3F9F6-C83E-4726-8806-CB9D0BF964E4}" destId="{7D0EB23D-F7BA-4C07-88BB-4130E206BB81}" srcOrd="3" destOrd="0" presId="urn:microsoft.com/office/officeart/2018/2/layout/IconCircleList"/>
    <dgm:cxn modelId="{69E69AA5-DC5C-3944-9AB2-F71FF9EF1435}" type="presParOf" srcId="{6F0675C7-42E8-4149-9174-020ACDE464AD}" destId="{DB7F240C-28CD-4D00-A29D-47823308D83C}" srcOrd="5" destOrd="0" presId="urn:microsoft.com/office/officeart/2018/2/layout/IconCircleList"/>
    <dgm:cxn modelId="{B36F53D0-A675-044B-A2E6-812AA7837941}" type="presParOf" srcId="{6F0675C7-42E8-4149-9174-020ACDE464AD}" destId="{ECC96470-6859-42EB-ADF6-8AC35F2DEE72}" srcOrd="6" destOrd="0" presId="urn:microsoft.com/office/officeart/2018/2/layout/IconCircleList"/>
    <dgm:cxn modelId="{C7B1C0C0-E267-564A-80E2-73119EE9BB9F}" type="presParOf" srcId="{ECC96470-6859-42EB-ADF6-8AC35F2DEE72}" destId="{D1723F78-3C29-47BA-8E90-CBB69B3F6A5C}" srcOrd="0" destOrd="0" presId="urn:microsoft.com/office/officeart/2018/2/layout/IconCircleList"/>
    <dgm:cxn modelId="{44448B10-51DC-0E4D-AA2E-C0142412AD47}" type="presParOf" srcId="{ECC96470-6859-42EB-ADF6-8AC35F2DEE72}" destId="{5AD3F1B7-1495-4AE9-A3F1-6A8E5E51ABE8}" srcOrd="1" destOrd="0" presId="urn:microsoft.com/office/officeart/2018/2/layout/IconCircleList"/>
    <dgm:cxn modelId="{6731DBF2-31AB-9E4F-8DE4-3F9F81FD9489}" type="presParOf" srcId="{ECC96470-6859-42EB-ADF6-8AC35F2DEE72}" destId="{81D9A869-D0B7-40DB-A1AB-76F64F760F14}" srcOrd="2" destOrd="0" presId="urn:microsoft.com/office/officeart/2018/2/layout/IconCircleList"/>
    <dgm:cxn modelId="{ED5753BE-FEB0-9F43-A30A-59F263A6084E}" type="presParOf" srcId="{ECC96470-6859-42EB-ADF6-8AC35F2DEE72}" destId="{3028164C-85D4-4813-B839-C8BBD506F287}" srcOrd="3" destOrd="0" presId="urn:microsoft.com/office/officeart/2018/2/layout/IconCircleList"/>
    <dgm:cxn modelId="{37B7FCEC-C63C-F343-9D61-D463BF57B688}" type="presParOf" srcId="{6F0675C7-42E8-4149-9174-020ACDE464AD}" destId="{560D76AD-1F30-43A2-AA1E-5BCEC2677EBC}" srcOrd="7" destOrd="0" presId="urn:microsoft.com/office/officeart/2018/2/layout/IconCircleList"/>
    <dgm:cxn modelId="{CC90DEDA-D700-F64C-8633-2F4DADA566C0}" type="presParOf" srcId="{6F0675C7-42E8-4149-9174-020ACDE464AD}" destId="{D714EF84-9903-4A21-8E65-506689746742}" srcOrd="8" destOrd="0" presId="urn:microsoft.com/office/officeart/2018/2/layout/IconCircleList"/>
    <dgm:cxn modelId="{B29583D2-F69F-054E-A7A9-35F0AB672E5F}" type="presParOf" srcId="{D714EF84-9903-4A21-8E65-506689746742}" destId="{5825E759-525C-4D1D-A3F8-C8F786DA3F3B}" srcOrd="0" destOrd="0" presId="urn:microsoft.com/office/officeart/2018/2/layout/IconCircleList"/>
    <dgm:cxn modelId="{C72436B7-137A-8549-8C77-33D1AB51F7A9}" type="presParOf" srcId="{D714EF84-9903-4A21-8E65-506689746742}" destId="{C6EBA918-4C63-4A1A-AF56-0B4A9647E474}" srcOrd="1" destOrd="0" presId="urn:microsoft.com/office/officeart/2018/2/layout/IconCircleList"/>
    <dgm:cxn modelId="{68C56D6E-48AD-544C-BDF7-9E38CE6693D4}" type="presParOf" srcId="{D714EF84-9903-4A21-8E65-506689746742}" destId="{C473CBF6-9B77-46BE-976B-626A561C7A28}" srcOrd="2" destOrd="0" presId="urn:microsoft.com/office/officeart/2018/2/layout/IconCircleList"/>
    <dgm:cxn modelId="{40A09D2E-DCAB-A74A-A2F9-4CC8613CA39E}" type="presParOf" srcId="{D714EF84-9903-4A21-8E65-506689746742}" destId="{455D0302-1DB4-4DD5-A991-B6D0157818E9}" srcOrd="3" destOrd="0" presId="urn:microsoft.com/office/officeart/2018/2/layout/IconCircleList"/>
    <dgm:cxn modelId="{93BE9DCA-E1CD-F742-8739-207B3FABAC5A}" type="presParOf" srcId="{6F0675C7-42E8-4149-9174-020ACDE464AD}" destId="{77575A20-04EA-424D-8E12-D8FDFF068DFF}" srcOrd="9" destOrd="0" presId="urn:microsoft.com/office/officeart/2018/2/layout/IconCircleList"/>
    <dgm:cxn modelId="{6E8AB6CF-B31C-3148-A8D6-7E320815AD8C}" type="presParOf" srcId="{6F0675C7-42E8-4149-9174-020ACDE464AD}" destId="{B4D02E14-9ECE-41F7-A9DB-5A218224E208}" srcOrd="10" destOrd="0" presId="urn:microsoft.com/office/officeart/2018/2/layout/IconCircleList"/>
    <dgm:cxn modelId="{A9D4C469-A068-1744-89CC-500AB164F10D}" type="presParOf" srcId="{B4D02E14-9ECE-41F7-A9DB-5A218224E208}" destId="{C915E665-4D2F-492C-A226-3FB7E9BAA06C}" srcOrd="0" destOrd="0" presId="urn:microsoft.com/office/officeart/2018/2/layout/IconCircleList"/>
    <dgm:cxn modelId="{EB3440D3-2F1F-B14F-9AB0-A38AC2D185D5}" type="presParOf" srcId="{B4D02E14-9ECE-41F7-A9DB-5A218224E208}" destId="{2C36E36C-B12E-41C2-802B-E229CC986B25}" srcOrd="1" destOrd="0" presId="urn:microsoft.com/office/officeart/2018/2/layout/IconCircleList"/>
    <dgm:cxn modelId="{BB7D21D7-4FAE-6B4E-A502-5E823852C138}" type="presParOf" srcId="{B4D02E14-9ECE-41F7-A9DB-5A218224E208}" destId="{A3639781-0909-447B-8383-7ABC1E5462D4}" srcOrd="2" destOrd="0" presId="urn:microsoft.com/office/officeart/2018/2/layout/IconCircleList"/>
    <dgm:cxn modelId="{4A1FA1DE-6568-B24B-967D-309CB8E1A85C}" type="presParOf" srcId="{B4D02E14-9ECE-41F7-A9DB-5A218224E208}" destId="{3CB8D046-0FF3-47D5-BBF7-C2A253F8C3FE}" srcOrd="3" destOrd="0" presId="urn:microsoft.com/office/officeart/2018/2/layout/IconCircleList"/>
    <dgm:cxn modelId="{05B22A9C-26DE-F242-8CDB-30099F0BC03A}" type="presParOf" srcId="{6F0675C7-42E8-4149-9174-020ACDE464AD}" destId="{12ADBD65-24CF-40A7-BAAB-905C9CA3398D}" srcOrd="11" destOrd="0" presId="urn:microsoft.com/office/officeart/2018/2/layout/IconCircleList"/>
    <dgm:cxn modelId="{1959DE92-4089-0149-AA7A-048A7F3B0320}" type="presParOf" srcId="{6F0675C7-42E8-4149-9174-020ACDE464AD}" destId="{EE994607-376E-42B9-B741-937B33DA5A4B}" srcOrd="12" destOrd="0" presId="urn:microsoft.com/office/officeart/2018/2/layout/IconCircleList"/>
    <dgm:cxn modelId="{9D879764-0BAE-2A4A-88EC-69E9C5779A3F}" type="presParOf" srcId="{EE994607-376E-42B9-B741-937B33DA5A4B}" destId="{0999F6D7-EE91-4098-886F-1317096A1038}" srcOrd="0" destOrd="0" presId="urn:microsoft.com/office/officeart/2018/2/layout/IconCircleList"/>
    <dgm:cxn modelId="{D6DD5981-6277-5E45-AD69-180882163920}" type="presParOf" srcId="{EE994607-376E-42B9-B741-937B33DA5A4B}" destId="{D308316D-4021-4123-9D3D-496853E5A5EE}" srcOrd="1" destOrd="0" presId="urn:microsoft.com/office/officeart/2018/2/layout/IconCircleList"/>
    <dgm:cxn modelId="{BEA9A36B-7898-3545-899F-F121EAAB4E72}" type="presParOf" srcId="{EE994607-376E-42B9-B741-937B33DA5A4B}" destId="{CAD655B3-0915-4F9B-BD6D-6EFCAAED1BB6}" srcOrd="2" destOrd="0" presId="urn:microsoft.com/office/officeart/2018/2/layout/IconCircleList"/>
    <dgm:cxn modelId="{8B4F1648-0C00-8D4D-B28A-59BEF28224B4}" type="presParOf" srcId="{EE994607-376E-42B9-B741-937B33DA5A4B}" destId="{3126DB5A-28D1-4FB9-B89E-28196BE6A667}" srcOrd="3" destOrd="0" presId="urn:microsoft.com/office/officeart/2018/2/layout/IconCircleList"/>
    <dgm:cxn modelId="{4C72678B-7CBF-864D-A57C-9174742A6C15}" type="presParOf" srcId="{6F0675C7-42E8-4149-9174-020ACDE464AD}" destId="{1D430FED-7754-4884-A35A-790023E35522}" srcOrd="13" destOrd="0" presId="urn:microsoft.com/office/officeart/2018/2/layout/IconCircleList"/>
    <dgm:cxn modelId="{9280BCD7-4690-234E-8750-51A8EAC92C68}" type="presParOf" srcId="{6F0675C7-42E8-4149-9174-020ACDE464AD}" destId="{9DDE0764-276C-4345-A6AF-8C3E3F5D31EA}" srcOrd="14" destOrd="0" presId="urn:microsoft.com/office/officeart/2018/2/layout/IconCircleList"/>
    <dgm:cxn modelId="{0ABE7A85-2528-1D41-9D58-E90542865B1C}" type="presParOf" srcId="{9DDE0764-276C-4345-A6AF-8C3E3F5D31EA}" destId="{E21FE143-2D58-4280-B198-035A64B72498}" srcOrd="0" destOrd="0" presId="urn:microsoft.com/office/officeart/2018/2/layout/IconCircleList"/>
    <dgm:cxn modelId="{038D50CB-91B0-914A-9A72-90CA1BD68313}" type="presParOf" srcId="{9DDE0764-276C-4345-A6AF-8C3E3F5D31EA}" destId="{930FAF16-716A-489F-AE2E-1776164ABC6F}" srcOrd="1" destOrd="0" presId="urn:microsoft.com/office/officeart/2018/2/layout/IconCircleList"/>
    <dgm:cxn modelId="{8F978511-A1D8-A04E-AC7D-486F3E560785}" type="presParOf" srcId="{9DDE0764-276C-4345-A6AF-8C3E3F5D31EA}" destId="{4024B55C-46AE-40F3-BF6B-670AAE9EF7B7}" srcOrd="2" destOrd="0" presId="urn:microsoft.com/office/officeart/2018/2/layout/IconCircleList"/>
    <dgm:cxn modelId="{D5F40328-1E01-DC44-BB1C-BD7E8C9BB3C0}" type="presParOf" srcId="{9DDE0764-276C-4345-A6AF-8C3E3F5D31EA}" destId="{82BE6A95-AF2D-4143-BCAA-44F73788A2CF}"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F89DC6F-E255-4A96-A044-028D8B294ED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99CA1C01-EC77-416E-BACC-DCE8E681D535}">
      <dgm:prSet phldrT="[Text]" phldr="0"/>
      <dgm:spPr/>
      <dgm:t>
        <a:bodyPr/>
        <a:lstStyle/>
        <a:p>
          <a:pPr rtl="0"/>
          <a:r>
            <a:rPr lang="en-GB" dirty="0">
              <a:latin typeface="Neue Haas Grotesk Text Pro"/>
            </a:rPr>
            <a:t>Structured data</a:t>
          </a:r>
          <a:endParaRPr lang="en-GB" dirty="0"/>
        </a:p>
      </dgm:t>
    </dgm:pt>
    <dgm:pt modelId="{1E3CB32C-C0BE-44A2-86C4-97AC24B6CCB9}" type="parTrans" cxnId="{320BC1DB-8A7F-4BD9-86E7-38FCDA86729C}">
      <dgm:prSet/>
      <dgm:spPr/>
      <dgm:t>
        <a:bodyPr/>
        <a:lstStyle/>
        <a:p>
          <a:endParaRPr lang="en-GB"/>
        </a:p>
      </dgm:t>
    </dgm:pt>
    <dgm:pt modelId="{B49BCBE4-EAB1-4552-9ED1-3DBF3AA82D56}" type="sibTrans" cxnId="{320BC1DB-8A7F-4BD9-86E7-38FCDA86729C}">
      <dgm:prSet/>
      <dgm:spPr/>
      <dgm:t>
        <a:bodyPr/>
        <a:lstStyle/>
        <a:p>
          <a:endParaRPr lang="en-GB"/>
        </a:p>
      </dgm:t>
    </dgm:pt>
    <dgm:pt modelId="{19298471-9C39-4E2B-8BD4-0A5E37D83165}">
      <dgm:prSet phldrT="[Text]" phldr="0"/>
      <dgm:spPr/>
      <dgm:t>
        <a:bodyPr/>
        <a:lstStyle/>
        <a:p>
          <a:r>
            <a:rPr lang="en-GB" dirty="0">
              <a:latin typeface="Neue Haas Grotesk Text Pro"/>
            </a:rPr>
            <a:t>Completeness</a:t>
          </a:r>
          <a:endParaRPr lang="en-GB" dirty="0"/>
        </a:p>
      </dgm:t>
    </dgm:pt>
    <dgm:pt modelId="{7344A73B-21DF-4AA0-AE83-4736664C0B46}" type="parTrans" cxnId="{F421C9C4-185E-4792-94C4-A64B9FFD4B93}">
      <dgm:prSet/>
      <dgm:spPr/>
      <dgm:t>
        <a:bodyPr/>
        <a:lstStyle/>
        <a:p>
          <a:endParaRPr lang="en-GB"/>
        </a:p>
      </dgm:t>
    </dgm:pt>
    <dgm:pt modelId="{9E1166E2-D18F-43FF-99F6-5D31A3763871}" type="sibTrans" cxnId="{F421C9C4-185E-4792-94C4-A64B9FFD4B93}">
      <dgm:prSet/>
      <dgm:spPr/>
      <dgm:t>
        <a:bodyPr/>
        <a:lstStyle/>
        <a:p>
          <a:endParaRPr lang="en-GB"/>
        </a:p>
      </dgm:t>
    </dgm:pt>
    <dgm:pt modelId="{9BFB1633-2207-477A-AF98-F1587307989E}">
      <dgm:prSet phldrT="[Text]" phldr="0"/>
      <dgm:spPr/>
      <dgm:t>
        <a:bodyPr/>
        <a:lstStyle/>
        <a:p>
          <a:r>
            <a:rPr lang="en-GB" dirty="0">
              <a:latin typeface="Neue Haas Grotesk Text Pro"/>
            </a:rPr>
            <a:t>Mislabels</a:t>
          </a:r>
          <a:endParaRPr lang="en-GB" dirty="0"/>
        </a:p>
      </dgm:t>
    </dgm:pt>
    <dgm:pt modelId="{9EF91D52-C30B-46D8-A59F-12CFE1A09BEB}" type="parTrans" cxnId="{756DA805-2AA2-4971-BBBE-CA308CF8829D}">
      <dgm:prSet/>
      <dgm:spPr/>
      <dgm:t>
        <a:bodyPr/>
        <a:lstStyle/>
        <a:p>
          <a:endParaRPr lang="en-GB"/>
        </a:p>
      </dgm:t>
    </dgm:pt>
    <dgm:pt modelId="{CEE386D1-E44C-406C-80FE-16F88D2C3CD1}" type="sibTrans" cxnId="{756DA805-2AA2-4971-BBBE-CA308CF8829D}">
      <dgm:prSet/>
      <dgm:spPr/>
      <dgm:t>
        <a:bodyPr/>
        <a:lstStyle/>
        <a:p>
          <a:endParaRPr lang="en-GB"/>
        </a:p>
      </dgm:t>
    </dgm:pt>
    <dgm:pt modelId="{95E10652-FA37-43C8-BB35-7B2B79680AF9}">
      <dgm:prSet phldrT="[Text]" phldr="0"/>
      <dgm:spPr/>
      <dgm:t>
        <a:bodyPr/>
        <a:lstStyle/>
        <a:p>
          <a:pPr rtl="0"/>
          <a:r>
            <a:rPr lang="en-GB" dirty="0">
              <a:latin typeface="Neue Haas Grotesk Text Pro"/>
            </a:rPr>
            <a:t>Unstructured data</a:t>
          </a:r>
          <a:endParaRPr lang="en-GB" dirty="0"/>
        </a:p>
      </dgm:t>
    </dgm:pt>
    <dgm:pt modelId="{9D333D86-9214-430A-9CB5-B79DD9DCD93D}" type="parTrans" cxnId="{AA24200B-7116-46E5-A08E-4E0B0319BB02}">
      <dgm:prSet/>
      <dgm:spPr/>
      <dgm:t>
        <a:bodyPr/>
        <a:lstStyle/>
        <a:p>
          <a:endParaRPr lang="en-GB"/>
        </a:p>
      </dgm:t>
    </dgm:pt>
    <dgm:pt modelId="{1122AC13-BD04-4B85-9392-8379547C181D}" type="sibTrans" cxnId="{AA24200B-7116-46E5-A08E-4E0B0319BB02}">
      <dgm:prSet/>
      <dgm:spPr/>
      <dgm:t>
        <a:bodyPr/>
        <a:lstStyle/>
        <a:p>
          <a:endParaRPr lang="en-GB"/>
        </a:p>
      </dgm:t>
    </dgm:pt>
    <dgm:pt modelId="{BC241C41-EC42-40A2-9383-D79540B68921}">
      <dgm:prSet phldrT="[Text]" phldr="0"/>
      <dgm:spPr/>
      <dgm:t>
        <a:bodyPr/>
        <a:lstStyle/>
        <a:p>
          <a:pPr rtl="0"/>
          <a:r>
            <a:rPr lang="en-GB">
              <a:latin typeface="Neue Haas Grotesk Text Pro"/>
            </a:rPr>
            <a:t>Lexical Diversity</a:t>
          </a:r>
          <a:endParaRPr lang="en-GB"/>
        </a:p>
      </dgm:t>
    </dgm:pt>
    <dgm:pt modelId="{BD75FB52-B096-45F6-8E06-18360A537720}" type="parTrans" cxnId="{C926CCEB-2CDB-4F3A-A51F-7031C6F87F0B}">
      <dgm:prSet/>
      <dgm:spPr/>
      <dgm:t>
        <a:bodyPr/>
        <a:lstStyle/>
        <a:p>
          <a:endParaRPr lang="en-GB"/>
        </a:p>
      </dgm:t>
    </dgm:pt>
    <dgm:pt modelId="{33038040-09C2-46F8-826D-20B6C83CC646}" type="sibTrans" cxnId="{C926CCEB-2CDB-4F3A-A51F-7031C6F87F0B}">
      <dgm:prSet/>
      <dgm:spPr/>
      <dgm:t>
        <a:bodyPr/>
        <a:lstStyle/>
        <a:p>
          <a:endParaRPr lang="en-GB"/>
        </a:p>
      </dgm:t>
    </dgm:pt>
    <dgm:pt modelId="{BD33A888-9045-4FAD-A0B8-D4F925ED87A1}">
      <dgm:prSet phldrT="[Text]" phldr="0"/>
      <dgm:spPr/>
      <dgm:t>
        <a:bodyPr/>
        <a:lstStyle/>
        <a:p>
          <a:pPr rtl="0"/>
          <a:r>
            <a:rPr lang="en-GB">
              <a:latin typeface="Neue Haas Grotesk Text Pro"/>
            </a:rPr>
            <a:t>Temp Importance</a:t>
          </a:r>
          <a:endParaRPr lang="en-GB"/>
        </a:p>
      </dgm:t>
    </dgm:pt>
    <dgm:pt modelId="{121D1CBF-4848-49DB-8ACF-DF6F73746D0B}" type="parTrans" cxnId="{8D35239B-5D43-429A-A480-AC017D2A1AAB}">
      <dgm:prSet/>
      <dgm:spPr/>
      <dgm:t>
        <a:bodyPr/>
        <a:lstStyle/>
        <a:p>
          <a:endParaRPr lang="en-GB"/>
        </a:p>
      </dgm:t>
    </dgm:pt>
    <dgm:pt modelId="{FB9BCAA6-7D7B-4253-A47E-D86A3C963C02}" type="sibTrans" cxnId="{8D35239B-5D43-429A-A480-AC017D2A1AAB}">
      <dgm:prSet/>
      <dgm:spPr/>
      <dgm:t>
        <a:bodyPr/>
        <a:lstStyle/>
        <a:p>
          <a:endParaRPr lang="en-GB"/>
        </a:p>
      </dgm:t>
    </dgm:pt>
    <dgm:pt modelId="{FA4B32FE-FAEE-4512-8F47-AD360E11F4B0}">
      <dgm:prSet phldrT="[Text]" phldr="0"/>
      <dgm:spPr/>
      <dgm:t>
        <a:bodyPr/>
        <a:lstStyle/>
        <a:p>
          <a:pPr rtl="0"/>
          <a:r>
            <a:rPr lang="en-GB">
              <a:latin typeface="Neue Haas Grotesk Text Pro"/>
            </a:rPr>
            <a:t>Readability Score</a:t>
          </a:r>
          <a:endParaRPr lang="en-GB"/>
        </a:p>
      </dgm:t>
    </dgm:pt>
    <dgm:pt modelId="{21F854F5-4122-4C12-9EF3-FBB6F385F0AB}" type="parTrans" cxnId="{E6051A11-B1CA-4D5B-B7FF-CD3547F94211}">
      <dgm:prSet/>
      <dgm:spPr/>
      <dgm:t>
        <a:bodyPr/>
        <a:lstStyle/>
        <a:p>
          <a:endParaRPr lang="en-GB"/>
        </a:p>
      </dgm:t>
    </dgm:pt>
    <dgm:pt modelId="{7EBFAE20-B75A-4B9B-A529-ED0BA4314056}" type="sibTrans" cxnId="{E6051A11-B1CA-4D5B-B7FF-CD3547F94211}">
      <dgm:prSet/>
      <dgm:spPr/>
      <dgm:t>
        <a:bodyPr/>
        <a:lstStyle/>
        <a:p>
          <a:endParaRPr lang="en-GB"/>
        </a:p>
      </dgm:t>
    </dgm:pt>
    <dgm:pt modelId="{3B3082DC-D57E-4CE6-A5B1-74209BB6E690}">
      <dgm:prSet phldrT="[Text]" phldr="0"/>
      <dgm:spPr/>
      <dgm:t>
        <a:bodyPr/>
        <a:lstStyle/>
        <a:p>
          <a:pPr rtl="0"/>
          <a:r>
            <a:rPr lang="en-GB">
              <a:latin typeface="Neue Haas Grotesk Text Pro"/>
            </a:rPr>
            <a:t>Topic Coherence</a:t>
          </a:r>
          <a:endParaRPr lang="en-GB"/>
        </a:p>
      </dgm:t>
    </dgm:pt>
    <dgm:pt modelId="{926ED848-F6E1-4B64-BBF2-DD803886C658}" type="parTrans" cxnId="{7F554606-F864-425E-B497-3B6ADFF156C2}">
      <dgm:prSet/>
      <dgm:spPr/>
      <dgm:t>
        <a:bodyPr/>
        <a:lstStyle/>
        <a:p>
          <a:endParaRPr lang="en-GB"/>
        </a:p>
      </dgm:t>
    </dgm:pt>
    <dgm:pt modelId="{4009DF3A-0E05-400C-9376-56E8CEE6533C}" type="sibTrans" cxnId="{7F554606-F864-425E-B497-3B6ADFF156C2}">
      <dgm:prSet/>
      <dgm:spPr/>
      <dgm:t>
        <a:bodyPr/>
        <a:lstStyle/>
        <a:p>
          <a:endParaRPr lang="en-GB"/>
        </a:p>
      </dgm:t>
    </dgm:pt>
    <dgm:pt modelId="{4D5B8F4F-9C01-4CEE-9BFF-C5729344141C}">
      <dgm:prSet phldr="0"/>
      <dgm:spPr/>
      <dgm:t>
        <a:bodyPr/>
        <a:lstStyle/>
        <a:p>
          <a:pPr rtl="0"/>
          <a:r>
            <a:rPr lang="en-GB" dirty="0">
              <a:latin typeface="Neue Haas Grotesk Text Pro"/>
            </a:rPr>
            <a:t>Outliers</a:t>
          </a:r>
        </a:p>
      </dgm:t>
    </dgm:pt>
    <dgm:pt modelId="{ED8A8FF0-0C69-4242-94EF-885282A41D17}" type="parTrans" cxnId="{A1EA50C9-9EF4-4465-8151-93EFD8566216}">
      <dgm:prSet/>
      <dgm:spPr/>
      <dgm:t>
        <a:bodyPr/>
        <a:lstStyle/>
        <a:p>
          <a:endParaRPr lang="en-GB"/>
        </a:p>
      </dgm:t>
    </dgm:pt>
    <dgm:pt modelId="{18729267-0260-4834-8623-439D0A411615}" type="sibTrans" cxnId="{A1EA50C9-9EF4-4465-8151-93EFD8566216}">
      <dgm:prSet/>
      <dgm:spPr/>
      <dgm:t>
        <a:bodyPr/>
        <a:lstStyle/>
        <a:p>
          <a:endParaRPr lang="en-GB"/>
        </a:p>
      </dgm:t>
    </dgm:pt>
    <dgm:pt modelId="{BD4F3869-F499-40F7-AA1F-3B72EBFE4AFB}">
      <dgm:prSet phldr="0"/>
      <dgm:spPr/>
      <dgm:t>
        <a:bodyPr/>
        <a:lstStyle/>
        <a:p>
          <a:r>
            <a:rPr lang="en-GB" dirty="0">
              <a:latin typeface="Neue Haas Grotesk Text Pro"/>
            </a:rPr>
            <a:t>Duplicity</a:t>
          </a:r>
        </a:p>
      </dgm:t>
    </dgm:pt>
    <dgm:pt modelId="{94D76BDE-A119-45CC-9790-1583C2446CC9}" type="parTrans" cxnId="{48273F09-162C-4719-BC14-5AC338E90654}">
      <dgm:prSet/>
      <dgm:spPr/>
      <dgm:t>
        <a:bodyPr/>
        <a:lstStyle/>
        <a:p>
          <a:endParaRPr lang="en-GB"/>
        </a:p>
      </dgm:t>
    </dgm:pt>
    <dgm:pt modelId="{F058206A-1A20-4628-BE79-A1AB303DEA3A}" type="sibTrans" cxnId="{48273F09-162C-4719-BC14-5AC338E90654}">
      <dgm:prSet/>
      <dgm:spPr/>
      <dgm:t>
        <a:bodyPr/>
        <a:lstStyle/>
        <a:p>
          <a:endParaRPr lang="en-GB"/>
        </a:p>
      </dgm:t>
    </dgm:pt>
    <dgm:pt modelId="{1417AC2D-C843-421D-90A5-6F47E67AB2C5}">
      <dgm:prSet phldr="0"/>
      <dgm:spPr/>
      <dgm:t>
        <a:bodyPr/>
        <a:lstStyle/>
        <a:p>
          <a:pPr rtl="0"/>
          <a:r>
            <a:rPr lang="en-GB" dirty="0">
              <a:latin typeface="Neue Haas Grotesk Text Pro"/>
            </a:rPr>
            <a:t>Feature Relevancy</a:t>
          </a:r>
        </a:p>
      </dgm:t>
    </dgm:pt>
    <dgm:pt modelId="{02942D5B-FA4F-4A61-8457-19AC8776DB0D}" type="parTrans" cxnId="{553FF525-CA34-4ECF-9DB2-6DBA28F738F8}">
      <dgm:prSet/>
      <dgm:spPr/>
      <dgm:t>
        <a:bodyPr/>
        <a:lstStyle/>
        <a:p>
          <a:endParaRPr lang="en-GB"/>
        </a:p>
      </dgm:t>
    </dgm:pt>
    <dgm:pt modelId="{2978B4E9-39AD-470E-A617-764AF9BA894A}" type="sibTrans" cxnId="{553FF525-CA34-4ECF-9DB2-6DBA28F738F8}">
      <dgm:prSet/>
      <dgm:spPr/>
      <dgm:t>
        <a:bodyPr/>
        <a:lstStyle/>
        <a:p>
          <a:endParaRPr lang="en-GB"/>
        </a:p>
      </dgm:t>
    </dgm:pt>
    <dgm:pt modelId="{442596DD-929D-4D9C-B853-D7915C808FE2}">
      <dgm:prSet phldr="0"/>
      <dgm:spPr/>
      <dgm:t>
        <a:bodyPr/>
        <a:lstStyle/>
        <a:p>
          <a:pPr rtl="0"/>
          <a:r>
            <a:rPr lang="en-GB" dirty="0">
              <a:latin typeface="Neue Haas Grotesk Text Pro"/>
            </a:rPr>
            <a:t>Class Imbalance</a:t>
          </a:r>
        </a:p>
      </dgm:t>
    </dgm:pt>
    <dgm:pt modelId="{4E045251-B849-406A-9765-EA842F526F5F}" type="parTrans" cxnId="{F7028468-D75E-4A83-8395-688A87DA83DE}">
      <dgm:prSet/>
      <dgm:spPr/>
      <dgm:t>
        <a:bodyPr/>
        <a:lstStyle/>
        <a:p>
          <a:endParaRPr lang="en-GB"/>
        </a:p>
      </dgm:t>
    </dgm:pt>
    <dgm:pt modelId="{7926B0C1-9D13-41D1-9E81-F88AAF41F33C}" type="sibTrans" cxnId="{F7028468-D75E-4A83-8395-688A87DA83DE}">
      <dgm:prSet/>
      <dgm:spPr/>
      <dgm:t>
        <a:bodyPr/>
        <a:lstStyle/>
        <a:p>
          <a:endParaRPr lang="en-GB"/>
        </a:p>
      </dgm:t>
    </dgm:pt>
    <dgm:pt modelId="{48A2E07C-1AD2-43E6-9CE6-372A96FF0AC8}">
      <dgm:prSet phldr="0"/>
      <dgm:spPr/>
      <dgm:t>
        <a:bodyPr/>
        <a:lstStyle/>
        <a:p>
          <a:pPr rtl="0"/>
          <a:r>
            <a:rPr lang="en-GB" dirty="0">
              <a:latin typeface="Neue Haas Grotesk Text Pro"/>
            </a:rPr>
            <a:t>Class Separability</a:t>
          </a:r>
        </a:p>
      </dgm:t>
    </dgm:pt>
    <dgm:pt modelId="{6009BAC1-EC7F-4EDD-8E76-597CFA09EDE4}" type="parTrans" cxnId="{9CEF1710-92BD-4A9F-8734-CEAF27866A0C}">
      <dgm:prSet/>
      <dgm:spPr/>
      <dgm:t>
        <a:bodyPr/>
        <a:lstStyle/>
        <a:p>
          <a:endParaRPr lang="en-GB"/>
        </a:p>
      </dgm:t>
    </dgm:pt>
    <dgm:pt modelId="{024312EA-1A79-44FE-A360-2855EDB29B21}" type="sibTrans" cxnId="{9CEF1710-92BD-4A9F-8734-CEAF27866A0C}">
      <dgm:prSet/>
      <dgm:spPr/>
      <dgm:t>
        <a:bodyPr/>
        <a:lstStyle/>
        <a:p>
          <a:endParaRPr lang="en-GB"/>
        </a:p>
      </dgm:t>
    </dgm:pt>
    <dgm:pt modelId="{16D23B2B-63ED-4656-BCC5-9A52B6F89BCD}">
      <dgm:prSet phldr="0"/>
      <dgm:spPr/>
      <dgm:t>
        <a:bodyPr/>
        <a:lstStyle/>
        <a:p>
          <a:pPr rtl="0"/>
          <a:r>
            <a:rPr lang="en-GB" dirty="0">
              <a:latin typeface="Neue Haas Grotesk Text Pro"/>
            </a:rPr>
            <a:t>Discrimination Index</a:t>
          </a:r>
          <a:endParaRPr lang="en-GB" dirty="0"/>
        </a:p>
      </dgm:t>
    </dgm:pt>
    <dgm:pt modelId="{387BBEE0-DBFB-4778-84F2-7F1B1C30E504}" type="parTrans" cxnId="{DDAE6703-CD9F-49D9-A447-3C75CD7253EB}">
      <dgm:prSet/>
      <dgm:spPr/>
      <dgm:t>
        <a:bodyPr/>
        <a:lstStyle/>
        <a:p>
          <a:endParaRPr lang="en-GB"/>
        </a:p>
      </dgm:t>
    </dgm:pt>
    <dgm:pt modelId="{DE3778BB-DBFD-4CAC-B458-116F5A9F291D}" type="sibTrans" cxnId="{DDAE6703-CD9F-49D9-A447-3C75CD7253EB}">
      <dgm:prSet/>
      <dgm:spPr/>
      <dgm:t>
        <a:bodyPr/>
        <a:lstStyle/>
        <a:p>
          <a:endParaRPr lang="en-GB"/>
        </a:p>
      </dgm:t>
    </dgm:pt>
    <dgm:pt modelId="{AF8D7882-ED3E-43AA-9E7F-423785A82A5C}">
      <dgm:prSet phldr="0"/>
      <dgm:spPr/>
      <dgm:t>
        <a:bodyPr/>
        <a:lstStyle/>
        <a:p>
          <a:pPr rtl="0"/>
          <a:r>
            <a:rPr lang="en-GB" dirty="0">
              <a:latin typeface="Neue Haas Grotesk Text Pro"/>
            </a:rPr>
            <a:t>Data Split Ratio</a:t>
          </a:r>
        </a:p>
      </dgm:t>
    </dgm:pt>
    <dgm:pt modelId="{F3DBBA08-A845-4EF2-B0C8-7DF8CCFEBDD2}" type="parTrans" cxnId="{169AA015-A7DE-44A5-BC7A-84E9D3BC515E}">
      <dgm:prSet/>
      <dgm:spPr/>
      <dgm:t>
        <a:bodyPr/>
        <a:lstStyle/>
        <a:p>
          <a:endParaRPr lang="en-GB"/>
        </a:p>
      </dgm:t>
    </dgm:pt>
    <dgm:pt modelId="{7E783511-9A4C-43F2-B28E-2AA2D590C7E4}" type="sibTrans" cxnId="{169AA015-A7DE-44A5-BC7A-84E9D3BC515E}">
      <dgm:prSet/>
      <dgm:spPr/>
      <dgm:t>
        <a:bodyPr/>
        <a:lstStyle/>
        <a:p>
          <a:endParaRPr lang="en-GB"/>
        </a:p>
      </dgm:t>
    </dgm:pt>
    <dgm:pt modelId="{7398B7FA-7AC8-477B-9BFF-676E657065FE}">
      <dgm:prSet phldr="0"/>
      <dgm:spPr/>
      <dgm:t>
        <a:bodyPr/>
        <a:lstStyle/>
        <a:p>
          <a:pPr rtl="0"/>
          <a:r>
            <a:rPr lang="en-GB" dirty="0">
              <a:latin typeface="Neue Haas Grotesk Text Pro"/>
            </a:rPr>
            <a:t>Data Point Impact</a:t>
          </a:r>
        </a:p>
      </dgm:t>
    </dgm:pt>
    <dgm:pt modelId="{01F19A14-0DAA-4A1E-A876-B1D279B6BB69}" type="parTrans" cxnId="{F512D933-A053-4F7B-ACA8-9291B2B3BE81}">
      <dgm:prSet/>
      <dgm:spPr/>
      <dgm:t>
        <a:bodyPr/>
        <a:lstStyle/>
        <a:p>
          <a:endParaRPr lang="en-GB"/>
        </a:p>
      </dgm:t>
    </dgm:pt>
    <dgm:pt modelId="{9C1358B7-53C7-4000-9F74-54EC79B088A7}" type="sibTrans" cxnId="{F512D933-A053-4F7B-ACA8-9291B2B3BE81}">
      <dgm:prSet/>
      <dgm:spPr/>
      <dgm:t>
        <a:bodyPr/>
        <a:lstStyle/>
        <a:p>
          <a:endParaRPr lang="en-GB"/>
        </a:p>
      </dgm:t>
    </dgm:pt>
    <dgm:pt modelId="{67C5AF8C-1A08-469C-BF1A-E4989337595D}">
      <dgm:prSet phldr="0"/>
      <dgm:spPr/>
      <dgm:t>
        <a:bodyPr/>
        <a:lstStyle/>
        <a:p>
          <a:r>
            <a:rPr lang="en-GB" dirty="0">
              <a:latin typeface="Neue Haas Grotesk Text Pro"/>
            </a:rPr>
            <a:t>Timeliness</a:t>
          </a:r>
          <a:endParaRPr lang="en-GB" dirty="0"/>
        </a:p>
      </dgm:t>
    </dgm:pt>
    <dgm:pt modelId="{DCB7D134-96C1-4DA1-8868-BAF5D87B6ED5}" type="parTrans" cxnId="{E6D036D1-3ACF-4ECA-AF77-608D9EBF5949}">
      <dgm:prSet/>
      <dgm:spPr/>
      <dgm:t>
        <a:bodyPr/>
        <a:lstStyle/>
        <a:p>
          <a:endParaRPr lang="en-GB"/>
        </a:p>
      </dgm:t>
    </dgm:pt>
    <dgm:pt modelId="{4359FA3C-CC1F-441A-972E-23ED343A59CB}" type="sibTrans" cxnId="{E6D036D1-3ACF-4ECA-AF77-608D9EBF5949}">
      <dgm:prSet/>
      <dgm:spPr/>
      <dgm:t>
        <a:bodyPr/>
        <a:lstStyle/>
        <a:p>
          <a:endParaRPr lang="en-GB"/>
        </a:p>
      </dgm:t>
    </dgm:pt>
    <dgm:pt modelId="{49050788-CF18-4808-9B9D-0B233208E966}">
      <dgm:prSet phldr="0"/>
      <dgm:spPr/>
      <dgm:t>
        <a:bodyPr/>
        <a:lstStyle/>
        <a:p>
          <a:pPr rtl="0"/>
          <a:r>
            <a:rPr lang="en-GB" dirty="0">
              <a:latin typeface="Neue Haas Grotesk Text Pro"/>
            </a:rPr>
            <a:t>Correctness</a:t>
          </a:r>
        </a:p>
      </dgm:t>
    </dgm:pt>
    <dgm:pt modelId="{CA61FC2A-6E43-473F-AC3C-824B45810FB4}" type="parTrans" cxnId="{A6BE9927-2F5A-403D-A6B1-2DD80CD20B9F}">
      <dgm:prSet/>
      <dgm:spPr/>
      <dgm:t>
        <a:bodyPr/>
        <a:lstStyle/>
        <a:p>
          <a:endParaRPr lang="en-GB"/>
        </a:p>
      </dgm:t>
    </dgm:pt>
    <dgm:pt modelId="{D91EFD0E-C8D0-4D3C-A484-942C918B0BB4}" type="sibTrans" cxnId="{A6BE9927-2F5A-403D-A6B1-2DD80CD20B9F}">
      <dgm:prSet/>
      <dgm:spPr/>
      <dgm:t>
        <a:bodyPr/>
        <a:lstStyle/>
        <a:p>
          <a:endParaRPr lang="en-GB"/>
        </a:p>
      </dgm:t>
    </dgm:pt>
    <dgm:pt modelId="{B610C78B-9340-4AC3-AB8D-E1E2D2C3E14E}">
      <dgm:prSet phldr="0"/>
      <dgm:spPr/>
      <dgm:t>
        <a:bodyPr/>
        <a:lstStyle/>
        <a:p>
          <a:pPr rtl="0"/>
          <a:r>
            <a:rPr lang="en-GB" dirty="0">
              <a:latin typeface="Neue Haas Grotesk Text Pro"/>
            </a:rPr>
            <a:t>Privacy Leakage</a:t>
          </a:r>
        </a:p>
      </dgm:t>
    </dgm:pt>
    <dgm:pt modelId="{291E290F-19D6-4FD2-BC0C-6BF59869D35E}" type="parTrans" cxnId="{9BB341C4-DA59-4AEA-A97F-72D8CEDF81EB}">
      <dgm:prSet/>
      <dgm:spPr/>
      <dgm:t>
        <a:bodyPr/>
        <a:lstStyle/>
        <a:p>
          <a:endParaRPr lang="en-GB"/>
        </a:p>
      </dgm:t>
    </dgm:pt>
    <dgm:pt modelId="{AFA19C77-6A55-4DA2-890B-8E7D032A267B}" type="sibTrans" cxnId="{9BB341C4-DA59-4AEA-A97F-72D8CEDF81EB}">
      <dgm:prSet/>
      <dgm:spPr/>
      <dgm:t>
        <a:bodyPr/>
        <a:lstStyle/>
        <a:p>
          <a:endParaRPr lang="en-GB"/>
        </a:p>
      </dgm:t>
    </dgm:pt>
    <dgm:pt modelId="{BB304B94-53BD-405A-8C10-B9D65AE15985}">
      <dgm:prSet phldr="0"/>
      <dgm:spPr/>
      <dgm:t>
        <a:bodyPr/>
        <a:lstStyle/>
        <a:p>
          <a:pPr rtl="0"/>
          <a:r>
            <a:rPr lang="en-GB" dirty="0">
              <a:latin typeface="Neue Haas Grotesk Text Pro"/>
            </a:rPr>
            <a:t>Sample Size</a:t>
          </a:r>
        </a:p>
      </dgm:t>
    </dgm:pt>
    <dgm:pt modelId="{31A1A83A-2CA6-4639-8F89-655BCF81AC43}" type="parTrans" cxnId="{BE14F553-733A-4416-AEC1-424B3B4138C7}">
      <dgm:prSet/>
      <dgm:spPr/>
      <dgm:t>
        <a:bodyPr/>
        <a:lstStyle/>
        <a:p>
          <a:endParaRPr lang="en-GB"/>
        </a:p>
      </dgm:t>
    </dgm:pt>
    <dgm:pt modelId="{5303F59B-B44A-4AA4-9825-B23A58133B58}" type="sibTrans" cxnId="{BE14F553-733A-4416-AEC1-424B3B4138C7}">
      <dgm:prSet/>
      <dgm:spPr/>
      <dgm:t>
        <a:bodyPr/>
        <a:lstStyle/>
        <a:p>
          <a:endParaRPr lang="en-GB"/>
        </a:p>
      </dgm:t>
    </dgm:pt>
    <dgm:pt modelId="{4487F4C9-B0FE-40BA-AE15-FBBBEB7230D8}">
      <dgm:prSet phldr="0"/>
      <dgm:spPr/>
      <dgm:t>
        <a:bodyPr/>
        <a:lstStyle/>
        <a:p>
          <a:pPr rtl="0"/>
          <a:r>
            <a:rPr lang="en-GB" dirty="0">
              <a:latin typeface="Neue Haas Grotesk Text Pro"/>
            </a:rPr>
            <a:t>FAIRness Score</a:t>
          </a:r>
          <a:endParaRPr lang="en-GB" dirty="0"/>
        </a:p>
      </dgm:t>
    </dgm:pt>
    <dgm:pt modelId="{00B9EF2A-BC32-4B31-AF62-5ED9AE38E02C}" type="parTrans" cxnId="{3A6B3ACE-7C88-472D-9B08-E5713931FF20}">
      <dgm:prSet/>
      <dgm:spPr/>
      <dgm:t>
        <a:bodyPr/>
        <a:lstStyle/>
        <a:p>
          <a:endParaRPr lang="en-GB"/>
        </a:p>
      </dgm:t>
    </dgm:pt>
    <dgm:pt modelId="{9417FA4A-6B03-4695-8FD6-13DDC040CA0E}" type="sibTrans" cxnId="{3A6B3ACE-7C88-472D-9B08-E5713931FF20}">
      <dgm:prSet/>
      <dgm:spPr/>
      <dgm:t>
        <a:bodyPr/>
        <a:lstStyle/>
        <a:p>
          <a:endParaRPr lang="en-GB"/>
        </a:p>
      </dgm:t>
    </dgm:pt>
    <dgm:pt modelId="{700E2CE9-AE35-4A09-B73B-5E40D7B3D126}">
      <dgm:prSet phldr="0"/>
      <dgm:spPr/>
      <dgm:t>
        <a:bodyPr/>
        <a:lstStyle/>
        <a:p>
          <a:pPr rtl="0"/>
          <a:r>
            <a:rPr lang="en-GB" dirty="0">
              <a:latin typeface="Neue Haas Grotesk Text Pro"/>
            </a:rPr>
            <a:t>Bias Indicator</a:t>
          </a:r>
        </a:p>
      </dgm:t>
    </dgm:pt>
    <dgm:pt modelId="{E3DC553B-FA3F-474E-84B8-BEE9F0E684B7}" type="parTrans" cxnId="{FFC7EE55-BCF7-42F1-A569-D7E2414C66E0}">
      <dgm:prSet/>
      <dgm:spPr/>
      <dgm:t>
        <a:bodyPr/>
        <a:lstStyle/>
        <a:p>
          <a:endParaRPr lang="en-GB"/>
        </a:p>
      </dgm:t>
    </dgm:pt>
    <dgm:pt modelId="{8B1CAFE4-1223-47EA-9DE2-5E5267BFDA5B}" type="sibTrans" cxnId="{FFC7EE55-BCF7-42F1-A569-D7E2414C66E0}">
      <dgm:prSet/>
      <dgm:spPr/>
      <dgm:t>
        <a:bodyPr/>
        <a:lstStyle/>
        <a:p>
          <a:endParaRPr lang="en-GB"/>
        </a:p>
      </dgm:t>
    </dgm:pt>
    <dgm:pt modelId="{352D6CF3-3B52-4438-9688-C3F7C7733205}">
      <dgm:prSet phldr="0"/>
      <dgm:spPr/>
      <dgm:t>
        <a:bodyPr/>
        <a:lstStyle/>
        <a:p>
          <a:pPr rtl="0"/>
          <a:r>
            <a:rPr lang="en-GB">
              <a:latin typeface="Neue Haas Grotesk Text Pro"/>
            </a:rPr>
            <a:t>Image Quality</a:t>
          </a:r>
        </a:p>
      </dgm:t>
    </dgm:pt>
    <dgm:pt modelId="{818F270B-463D-43F2-962A-13302A0D567E}" type="parTrans" cxnId="{40255965-0038-4627-83AF-1A473F076A42}">
      <dgm:prSet/>
      <dgm:spPr/>
      <dgm:t>
        <a:bodyPr/>
        <a:lstStyle/>
        <a:p>
          <a:endParaRPr lang="en-GB"/>
        </a:p>
      </dgm:t>
    </dgm:pt>
    <dgm:pt modelId="{AF6CC9AF-4162-4B41-A41A-4423730DB403}" type="sibTrans" cxnId="{40255965-0038-4627-83AF-1A473F076A42}">
      <dgm:prSet/>
      <dgm:spPr/>
      <dgm:t>
        <a:bodyPr/>
        <a:lstStyle/>
        <a:p>
          <a:endParaRPr lang="en-GB"/>
        </a:p>
      </dgm:t>
    </dgm:pt>
    <dgm:pt modelId="{23F293B3-B53A-4A5A-8890-0F2D19EB5487}">
      <dgm:prSet phldr="0"/>
      <dgm:spPr/>
      <dgm:t>
        <a:bodyPr/>
        <a:lstStyle/>
        <a:p>
          <a:pPr rtl="0"/>
          <a:r>
            <a:rPr lang="en-GB">
              <a:latin typeface="Neue Haas Grotesk Text Pro"/>
            </a:rPr>
            <a:t>Video Quality</a:t>
          </a:r>
        </a:p>
      </dgm:t>
    </dgm:pt>
    <dgm:pt modelId="{DF586AE7-8F9B-4558-88EC-4684C188E633}" type="parTrans" cxnId="{5A0BC3C4-B01C-4E2F-ADBD-7EAF06EC393C}">
      <dgm:prSet/>
      <dgm:spPr/>
      <dgm:t>
        <a:bodyPr/>
        <a:lstStyle/>
        <a:p>
          <a:endParaRPr lang="en-GB"/>
        </a:p>
      </dgm:t>
    </dgm:pt>
    <dgm:pt modelId="{B6693BEB-80D1-4815-8D0C-D0E08F3B22C8}" type="sibTrans" cxnId="{5A0BC3C4-B01C-4E2F-ADBD-7EAF06EC393C}">
      <dgm:prSet/>
      <dgm:spPr/>
      <dgm:t>
        <a:bodyPr/>
        <a:lstStyle/>
        <a:p>
          <a:endParaRPr lang="en-GB"/>
        </a:p>
      </dgm:t>
    </dgm:pt>
    <dgm:pt modelId="{7CCE9968-67DE-4FEE-AE78-EA36421F2050}">
      <dgm:prSet phldr="0"/>
      <dgm:spPr/>
      <dgm:t>
        <a:bodyPr/>
        <a:lstStyle/>
        <a:p>
          <a:pPr rtl="0"/>
          <a:r>
            <a:rPr lang="en-GB">
              <a:latin typeface="Neue Haas Grotesk Text Pro"/>
            </a:rPr>
            <a:t>Speech Quality</a:t>
          </a:r>
          <a:endParaRPr lang="en-GB"/>
        </a:p>
      </dgm:t>
    </dgm:pt>
    <dgm:pt modelId="{0C92506B-3697-4776-ACEC-429B27A633E7}" type="parTrans" cxnId="{A9B5C86A-84DC-4CE2-87A2-74AC484FA598}">
      <dgm:prSet/>
      <dgm:spPr/>
      <dgm:t>
        <a:bodyPr/>
        <a:lstStyle/>
        <a:p>
          <a:endParaRPr lang="en-GB"/>
        </a:p>
      </dgm:t>
    </dgm:pt>
    <dgm:pt modelId="{5128C2AA-F0AF-43EE-B651-D513FCB379D5}" type="sibTrans" cxnId="{A9B5C86A-84DC-4CE2-87A2-74AC484FA598}">
      <dgm:prSet/>
      <dgm:spPr/>
      <dgm:t>
        <a:bodyPr/>
        <a:lstStyle/>
        <a:p>
          <a:endParaRPr lang="en-GB"/>
        </a:p>
      </dgm:t>
    </dgm:pt>
    <dgm:pt modelId="{94AD4705-0B64-4289-BC29-2A8DEABD75D9}">
      <dgm:prSet phldr="0"/>
      <dgm:spPr/>
      <dgm:t>
        <a:bodyPr/>
        <a:lstStyle/>
        <a:p>
          <a:pPr rtl="0"/>
          <a:r>
            <a:rPr lang="en-GB" b="1">
              <a:latin typeface="Neue Haas Grotesk Text Pro"/>
            </a:rPr>
            <a:t>Multimedia Data</a:t>
          </a:r>
        </a:p>
      </dgm:t>
    </dgm:pt>
    <dgm:pt modelId="{EDE13344-C09E-418C-AD84-24448A11F912}" type="parTrans" cxnId="{269B7C33-D7CC-483B-8AC7-AD6B686E03B5}">
      <dgm:prSet/>
      <dgm:spPr/>
      <dgm:t>
        <a:bodyPr/>
        <a:lstStyle/>
        <a:p>
          <a:endParaRPr lang="en-GB"/>
        </a:p>
      </dgm:t>
    </dgm:pt>
    <dgm:pt modelId="{3EA671B4-3DE2-43FA-B15C-D78DA4197321}" type="sibTrans" cxnId="{269B7C33-D7CC-483B-8AC7-AD6B686E03B5}">
      <dgm:prSet/>
      <dgm:spPr/>
      <dgm:t>
        <a:bodyPr/>
        <a:lstStyle/>
        <a:p>
          <a:endParaRPr lang="en-GB"/>
        </a:p>
      </dgm:t>
    </dgm:pt>
    <dgm:pt modelId="{3AC76870-162B-4626-A471-B553D8FD5C88}">
      <dgm:prSet phldr="0"/>
      <dgm:spPr/>
      <dgm:t>
        <a:bodyPr/>
        <a:lstStyle/>
        <a:p>
          <a:pPr rtl="0"/>
          <a:r>
            <a:rPr lang="en-GB" b="1">
              <a:latin typeface="Neue Haas Grotesk Text Pro"/>
            </a:rPr>
            <a:t>Textual Data</a:t>
          </a:r>
        </a:p>
      </dgm:t>
    </dgm:pt>
    <dgm:pt modelId="{39EBB3C9-1F3F-42BD-950C-C161D0295032}" type="parTrans" cxnId="{5D1D3E48-3D5A-4932-A33E-2FB134CDE5F3}">
      <dgm:prSet/>
      <dgm:spPr/>
      <dgm:t>
        <a:bodyPr/>
        <a:lstStyle/>
        <a:p>
          <a:endParaRPr lang="en-GB"/>
        </a:p>
      </dgm:t>
    </dgm:pt>
    <dgm:pt modelId="{0EE1F5AD-393E-42FD-BB19-6E9252BA08D4}" type="sibTrans" cxnId="{5D1D3E48-3D5A-4932-A33E-2FB134CDE5F3}">
      <dgm:prSet/>
      <dgm:spPr/>
      <dgm:t>
        <a:bodyPr/>
        <a:lstStyle/>
        <a:p>
          <a:endParaRPr lang="en-GB"/>
        </a:p>
      </dgm:t>
    </dgm:pt>
    <dgm:pt modelId="{0084CCE3-F8C6-4AD6-95B1-C2F71BE0A430}" type="pres">
      <dgm:prSet presAssocID="{2F89DC6F-E255-4A96-A044-028D8B294ED6}" presName="Name0" presStyleCnt="0">
        <dgm:presLayoutVars>
          <dgm:dir/>
          <dgm:animLvl val="lvl"/>
          <dgm:resizeHandles val="exact"/>
        </dgm:presLayoutVars>
      </dgm:prSet>
      <dgm:spPr/>
    </dgm:pt>
    <dgm:pt modelId="{60CD7794-A2A8-4AA8-BF93-6483BCD08379}" type="pres">
      <dgm:prSet presAssocID="{99CA1C01-EC77-416E-BACC-DCE8E681D535}" presName="composite" presStyleCnt="0"/>
      <dgm:spPr/>
    </dgm:pt>
    <dgm:pt modelId="{B6F75B6A-2240-457D-814D-2FCCF1DEA71E}" type="pres">
      <dgm:prSet presAssocID="{99CA1C01-EC77-416E-BACC-DCE8E681D535}" presName="parTx" presStyleLbl="alignNode1" presStyleIdx="0" presStyleCnt="2">
        <dgm:presLayoutVars>
          <dgm:chMax val="0"/>
          <dgm:chPref val="0"/>
          <dgm:bulletEnabled val="1"/>
        </dgm:presLayoutVars>
      </dgm:prSet>
      <dgm:spPr/>
    </dgm:pt>
    <dgm:pt modelId="{1D2BCB69-E557-4F79-B312-2501E6134188}" type="pres">
      <dgm:prSet presAssocID="{99CA1C01-EC77-416E-BACC-DCE8E681D535}" presName="desTx" presStyleLbl="alignAccFollowNode1" presStyleIdx="0" presStyleCnt="2">
        <dgm:presLayoutVars>
          <dgm:bulletEnabled val="1"/>
        </dgm:presLayoutVars>
      </dgm:prSet>
      <dgm:spPr/>
    </dgm:pt>
    <dgm:pt modelId="{0E8D6941-1FBA-44B4-A610-C168E44392D7}" type="pres">
      <dgm:prSet presAssocID="{B49BCBE4-EAB1-4552-9ED1-3DBF3AA82D56}" presName="space" presStyleCnt="0"/>
      <dgm:spPr/>
    </dgm:pt>
    <dgm:pt modelId="{47670EE5-0EA6-499A-9A73-18DBF52E013F}" type="pres">
      <dgm:prSet presAssocID="{95E10652-FA37-43C8-BB35-7B2B79680AF9}" presName="composite" presStyleCnt="0"/>
      <dgm:spPr/>
    </dgm:pt>
    <dgm:pt modelId="{F8A2D4C9-9159-4478-AAE7-07353D52C96B}" type="pres">
      <dgm:prSet presAssocID="{95E10652-FA37-43C8-BB35-7B2B79680AF9}" presName="parTx" presStyleLbl="alignNode1" presStyleIdx="1" presStyleCnt="2">
        <dgm:presLayoutVars>
          <dgm:chMax val="0"/>
          <dgm:chPref val="0"/>
          <dgm:bulletEnabled val="1"/>
        </dgm:presLayoutVars>
      </dgm:prSet>
      <dgm:spPr/>
    </dgm:pt>
    <dgm:pt modelId="{560CD59D-88D2-4370-B2BF-A2D7AD6E915B}" type="pres">
      <dgm:prSet presAssocID="{95E10652-FA37-43C8-BB35-7B2B79680AF9}" presName="desTx" presStyleLbl="alignAccFollowNode1" presStyleIdx="1" presStyleCnt="2">
        <dgm:presLayoutVars>
          <dgm:bulletEnabled val="1"/>
        </dgm:presLayoutVars>
      </dgm:prSet>
      <dgm:spPr/>
    </dgm:pt>
  </dgm:ptLst>
  <dgm:cxnLst>
    <dgm:cxn modelId="{B97C7801-3E42-4E3F-A402-47E43B09EB84}" type="presOf" srcId="{BB304B94-53BD-405A-8C10-B9D65AE15985}" destId="{1D2BCB69-E557-4F79-B312-2501E6134188}" srcOrd="0" destOrd="13" presId="urn:microsoft.com/office/officeart/2005/8/layout/hList1"/>
    <dgm:cxn modelId="{DDAE6703-CD9F-49D9-A447-3C75CD7253EB}" srcId="{99CA1C01-EC77-416E-BACC-DCE8E681D535}" destId="{16D23B2B-63ED-4656-BCC5-9A52B6F89BCD}" srcOrd="7" destOrd="0" parTransId="{387BBEE0-DBFB-4778-84F2-7F1B1C30E504}" sibTransId="{DE3778BB-DBFD-4CAC-B458-116F5A9F291D}"/>
    <dgm:cxn modelId="{756DA805-2AA2-4971-BBBE-CA308CF8829D}" srcId="{99CA1C01-EC77-416E-BACC-DCE8E681D535}" destId="{9BFB1633-2207-477A-AF98-F1587307989E}" srcOrd="2" destOrd="0" parTransId="{9EF91D52-C30B-46D8-A59F-12CFE1A09BEB}" sibTransId="{CEE386D1-E44C-406C-80FE-16F88D2C3CD1}"/>
    <dgm:cxn modelId="{7F554606-F864-425E-B497-3B6ADFF156C2}" srcId="{3AC76870-162B-4626-A471-B553D8FD5C88}" destId="{3B3082DC-D57E-4CE6-A5B1-74209BB6E690}" srcOrd="3" destOrd="0" parTransId="{926ED848-F6E1-4B64-BBF2-DD803886C658}" sibTransId="{4009DF3A-0E05-400C-9376-56E8CEE6533C}"/>
    <dgm:cxn modelId="{86491809-8073-42EE-805A-6ABFA7262B7B}" type="presOf" srcId="{7398B7FA-7AC8-477B-9BFF-676E657065FE}" destId="{1D2BCB69-E557-4F79-B312-2501E6134188}" srcOrd="0" destOrd="9" presId="urn:microsoft.com/office/officeart/2005/8/layout/hList1"/>
    <dgm:cxn modelId="{48273F09-162C-4719-BC14-5AC338E90654}" srcId="{99CA1C01-EC77-416E-BACC-DCE8E681D535}" destId="{BD4F3869-F499-40F7-AA1F-3B72EBFE4AFB}" srcOrd="3" destOrd="0" parTransId="{94D76BDE-A119-45CC-9790-1583C2446CC9}" sibTransId="{F058206A-1A20-4628-BE79-A1AB303DEA3A}"/>
    <dgm:cxn modelId="{AA24200B-7116-46E5-A08E-4E0B0319BB02}" srcId="{2F89DC6F-E255-4A96-A044-028D8B294ED6}" destId="{95E10652-FA37-43C8-BB35-7B2B79680AF9}" srcOrd="1" destOrd="0" parTransId="{9D333D86-9214-430A-9CB5-B79DD9DCD93D}" sibTransId="{1122AC13-BD04-4B85-9392-8379547C181D}"/>
    <dgm:cxn modelId="{9CEF1710-92BD-4A9F-8734-CEAF27866A0C}" srcId="{99CA1C01-EC77-416E-BACC-DCE8E681D535}" destId="{48A2E07C-1AD2-43E6-9CE6-372A96FF0AC8}" srcOrd="6" destOrd="0" parTransId="{6009BAC1-EC7F-4EDD-8E76-597CFA09EDE4}" sibTransId="{024312EA-1A79-44FE-A360-2855EDB29B21}"/>
    <dgm:cxn modelId="{E6051A11-B1CA-4D5B-B7FF-CD3547F94211}" srcId="{3AC76870-162B-4626-A471-B553D8FD5C88}" destId="{FA4B32FE-FAEE-4512-8F47-AD360E11F4B0}" srcOrd="2" destOrd="0" parTransId="{21F854F5-4122-4C12-9EF3-FBB6F385F0AB}" sibTransId="{7EBFAE20-B75A-4B9B-A529-ED0BA4314056}"/>
    <dgm:cxn modelId="{169AA015-A7DE-44A5-BC7A-84E9D3BC515E}" srcId="{99CA1C01-EC77-416E-BACC-DCE8E681D535}" destId="{AF8D7882-ED3E-43AA-9E7F-423785A82A5C}" srcOrd="8" destOrd="0" parTransId="{F3DBBA08-A845-4EF2-B0C8-7DF8CCFEBDD2}" sibTransId="{7E783511-9A4C-43F2-B28E-2AA2D590C7E4}"/>
    <dgm:cxn modelId="{553FF525-CA34-4ECF-9DB2-6DBA28F738F8}" srcId="{99CA1C01-EC77-416E-BACC-DCE8E681D535}" destId="{1417AC2D-C843-421D-90A5-6F47E67AB2C5}" srcOrd="4" destOrd="0" parTransId="{02942D5B-FA4F-4A61-8457-19AC8776DB0D}" sibTransId="{2978B4E9-39AD-470E-A617-764AF9BA894A}"/>
    <dgm:cxn modelId="{A6BE9927-2F5A-403D-A6B1-2DD80CD20B9F}" srcId="{99CA1C01-EC77-416E-BACC-DCE8E681D535}" destId="{49050788-CF18-4808-9B9D-0B233208E966}" srcOrd="10" destOrd="0" parTransId="{CA61FC2A-6E43-473F-AC3C-824B45810FB4}" sibTransId="{D91EFD0E-C8D0-4D3C-A484-942C918B0BB4}"/>
    <dgm:cxn modelId="{65AE9228-2C40-4857-8158-D844AE43CE2A}" type="presOf" srcId="{4487F4C9-B0FE-40BA-AE15-FBBBEB7230D8}" destId="{1D2BCB69-E557-4F79-B312-2501E6134188}" srcOrd="0" destOrd="14" presId="urn:microsoft.com/office/officeart/2005/8/layout/hList1"/>
    <dgm:cxn modelId="{63CF5E2C-EE70-4624-A5E9-BC6801A64CEF}" type="presOf" srcId="{442596DD-929D-4D9C-B853-D7915C808FE2}" destId="{1D2BCB69-E557-4F79-B312-2501E6134188}" srcOrd="0" destOrd="5" presId="urn:microsoft.com/office/officeart/2005/8/layout/hList1"/>
    <dgm:cxn modelId="{ACAE7A2F-84AC-4E8C-9C62-D22CF1597788}" type="presOf" srcId="{BD4F3869-F499-40F7-AA1F-3B72EBFE4AFB}" destId="{1D2BCB69-E557-4F79-B312-2501E6134188}" srcOrd="0" destOrd="3" presId="urn:microsoft.com/office/officeart/2005/8/layout/hList1"/>
    <dgm:cxn modelId="{269B7C33-D7CC-483B-8AC7-AD6B686E03B5}" srcId="{95E10652-FA37-43C8-BB35-7B2B79680AF9}" destId="{94AD4705-0B64-4289-BC29-2A8DEABD75D9}" srcOrd="1" destOrd="0" parTransId="{EDE13344-C09E-418C-AD84-24448A11F912}" sibTransId="{3EA671B4-3DE2-43FA-B15C-D78DA4197321}"/>
    <dgm:cxn modelId="{F512D933-A053-4F7B-ACA8-9291B2B3BE81}" srcId="{99CA1C01-EC77-416E-BACC-DCE8E681D535}" destId="{7398B7FA-7AC8-477B-9BFF-676E657065FE}" srcOrd="9" destOrd="0" parTransId="{01F19A14-0DAA-4A1E-A876-B1D279B6BB69}" sibTransId="{9C1358B7-53C7-4000-9F74-54EC79B088A7}"/>
    <dgm:cxn modelId="{5F401A3B-8C49-4502-8B2E-B0E3AB5A1E48}" type="presOf" srcId="{99CA1C01-EC77-416E-BACC-DCE8E681D535}" destId="{B6F75B6A-2240-457D-814D-2FCCF1DEA71E}" srcOrd="0" destOrd="0" presId="urn:microsoft.com/office/officeart/2005/8/layout/hList1"/>
    <dgm:cxn modelId="{5D1D3E48-3D5A-4932-A33E-2FB134CDE5F3}" srcId="{95E10652-FA37-43C8-BB35-7B2B79680AF9}" destId="{3AC76870-162B-4626-A471-B553D8FD5C88}" srcOrd="0" destOrd="0" parTransId="{39EBB3C9-1F3F-42BD-950C-C161D0295032}" sibTransId="{0EE1F5AD-393E-42FD-BB19-6E9252BA08D4}"/>
    <dgm:cxn modelId="{BE9C484A-864C-4B06-8A30-AF186BD10D25}" type="presOf" srcId="{4D5B8F4F-9C01-4CEE-9BFF-C5729344141C}" destId="{1D2BCB69-E557-4F79-B312-2501E6134188}" srcOrd="0" destOrd="1" presId="urn:microsoft.com/office/officeart/2005/8/layout/hList1"/>
    <dgm:cxn modelId="{BE14F553-733A-4416-AEC1-424B3B4138C7}" srcId="{99CA1C01-EC77-416E-BACC-DCE8E681D535}" destId="{BB304B94-53BD-405A-8C10-B9D65AE15985}" srcOrd="13" destOrd="0" parTransId="{31A1A83A-2CA6-4639-8F89-655BCF81AC43}" sibTransId="{5303F59B-B44A-4AA4-9825-B23A58133B58}"/>
    <dgm:cxn modelId="{FFC7EE55-BCF7-42F1-A569-D7E2414C66E0}" srcId="{3AC76870-162B-4626-A471-B553D8FD5C88}" destId="{700E2CE9-AE35-4A09-B73B-5E40D7B3D126}" srcOrd="4" destOrd="0" parTransId="{E3DC553B-FA3F-474E-84B8-BEE9F0E684B7}" sibTransId="{8B1CAFE4-1223-47EA-9DE2-5E5267BFDA5B}"/>
    <dgm:cxn modelId="{5A268D59-5187-4020-9FC8-A1CC498F9555}" type="presOf" srcId="{95E10652-FA37-43C8-BB35-7B2B79680AF9}" destId="{F8A2D4C9-9159-4478-AAE7-07353D52C96B}" srcOrd="0" destOrd="0" presId="urn:microsoft.com/office/officeart/2005/8/layout/hList1"/>
    <dgm:cxn modelId="{BCA8CC60-37A0-4F80-A156-6CDD0EC73ACF}" type="presOf" srcId="{1417AC2D-C843-421D-90A5-6F47E67AB2C5}" destId="{1D2BCB69-E557-4F79-B312-2501E6134188}" srcOrd="0" destOrd="4" presId="urn:microsoft.com/office/officeart/2005/8/layout/hList1"/>
    <dgm:cxn modelId="{C83D0D61-8CBD-417C-9C93-ED66E4707B68}" type="presOf" srcId="{67C5AF8C-1A08-469C-BF1A-E4989337595D}" destId="{1D2BCB69-E557-4F79-B312-2501E6134188}" srcOrd="0" destOrd="11" presId="urn:microsoft.com/office/officeart/2005/8/layout/hList1"/>
    <dgm:cxn modelId="{2FE3FA62-C032-4310-A61B-8786AB55C493}" type="presOf" srcId="{BD33A888-9045-4FAD-A0B8-D4F925ED87A1}" destId="{560CD59D-88D2-4370-B2BF-A2D7AD6E915B}" srcOrd="0" destOrd="2" presId="urn:microsoft.com/office/officeart/2005/8/layout/hList1"/>
    <dgm:cxn modelId="{40255965-0038-4627-83AF-1A473F076A42}" srcId="{94AD4705-0B64-4289-BC29-2A8DEABD75D9}" destId="{352D6CF3-3B52-4438-9688-C3F7C7733205}" srcOrd="0" destOrd="0" parTransId="{818F270B-463D-43F2-962A-13302A0D567E}" sibTransId="{AF6CC9AF-4162-4B41-A41A-4423730DB403}"/>
    <dgm:cxn modelId="{AA73AA67-A4EE-477B-9497-FFD904E77B02}" type="presOf" srcId="{700E2CE9-AE35-4A09-B73B-5E40D7B3D126}" destId="{560CD59D-88D2-4370-B2BF-A2D7AD6E915B}" srcOrd="0" destOrd="5" presId="urn:microsoft.com/office/officeart/2005/8/layout/hList1"/>
    <dgm:cxn modelId="{F7028468-D75E-4A83-8395-688A87DA83DE}" srcId="{99CA1C01-EC77-416E-BACC-DCE8E681D535}" destId="{442596DD-929D-4D9C-B853-D7915C808FE2}" srcOrd="5" destOrd="0" parTransId="{4E045251-B849-406A-9765-EA842F526F5F}" sibTransId="{7926B0C1-9D13-41D1-9E81-F88AAF41F33C}"/>
    <dgm:cxn modelId="{A9B5C86A-84DC-4CE2-87A2-74AC484FA598}" srcId="{94AD4705-0B64-4289-BC29-2A8DEABD75D9}" destId="{7CCE9968-67DE-4FEE-AE78-EA36421F2050}" srcOrd="1" destOrd="0" parTransId="{0C92506B-3697-4776-ACEC-429B27A633E7}" sibTransId="{5128C2AA-F0AF-43EE-B651-D513FCB379D5}"/>
    <dgm:cxn modelId="{9F69E16D-C747-486C-B2B4-55FB9A266722}" type="presOf" srcId="{BC241C41-EC42-40A2-9383-D79540B68921}" destId="{560CD59D-88D2-4370-B2BF-A2D7AD6E915B}" srcOrd="0" destOrd="1" presId="urn:microsoft.com/office/officeart/2005/8/layout/hList1"/>
    <dgm:cxn modelId="{0F434171-E136-4ECD-81C6-062D7739DA42}" type="presOf" srcId="{16D23B2B-63ED-4656-BCC5-9A52B6F89BCD}" destId="{1D2BCB69-E557-4F79-B312-2501E6134188}" srcOrd="0" destOrd="7" presId="urn:microsoft.com/office/officeart/2005/8/layout/hList1"/>
    <dgm:cxn modelId="{0A0BD775-DA15-4C7F-8C24-1DFD2FE00F41}" type="presOf" srcId="{352D6CF3-3B52-4438-9688-C3F7C7733205}" destId="{560CD59D-88D2-4370-B2BF-A2D7AD6E915B}" srcOrd="0" destOrd="7" presId="urn:microsoft.com/office/officeart/2005/8/layout/hList1"/>
    <dgm:cxn modelId="{78B25D77-5E54-4B40-8258-0E025E4233B2}" type="presOf" srcId="{AF8D7882-ED3E-43AA-9E7F-423785A82A5C}" destId="{1D2BCB69-E557-4F79-B312-2501E6134188}" srcOrd="0" destOrd="8" presId="urn:microsoft.com/office/officeart/2005/8/layout/hList1"/>
    <dgm:cxn modelId="{718A0290-CD45-4AC0-B4A4-6CEC906797D8}" type="presOf" srcId="{94AD4705-0B64-4289-BC29-2A8DEABD75D9}" destId="{560CD59D-88D2-4370-B2BF-A2D7AD6E915B}" srcOrd="0" destOrd="6" presId="urn:microsoft.com/office/officeart/2005/8/layout/hList1"/>
    <dgm:cxn modelId="{8D35239B-5D43-429A-A480-AC017D2A1AAB}" srcId="{3AC76870-162B-4626-A471-B553D8FD5C88}" destId="{BD33A888-9045-4FAD-A0B8-D4F925ED87A1}" srcOrd="1" destOrd="0" parTransId="{121D1CBF-4848-49DB-8ACF-DF6F73746D0B}" sibTransId="{FB9BCAA6-7D7B-4253-A47E-D86A3C963C02}"/>
    <dgm:cxn modelId="{F5B6B19C-A502-4637-ACF1-77FEF7794800}" type="presOf" srcId="{3AC76870-162B-4626-A471-B553D8FD5C88}" destId="{560CD59D-88D2-4370-B2BF-A2D7AD6E915B}" srcOrd="0" destOrd="0" presId="urn:microsoft.com/office/officeart/2005/8/layout/hList1"/>
    <dgm:cxn modelId="{EF69A5A6-89A7-4570-9D4D-1F9F86E6A4A4}" type="presOf" srcId="{FA4B32FE-FAEE-4512-8F47-AD360E11F4B0}" destId="{560CD59D-88D2-4370-B2BF-A2D7AD6E915B}" srcOrd="0" destOrd="3" presId="urn:microsoft.com/office/officeart/2005/8/layout/hList1"/>
    <dgm:cxn modelId="{36C3AAA9-CBEE-4BB3-83DB-10E6B51FF95F}" type="presOf" srcId="{9BFB1633-2207-477A-AF98-F1587307989E}" destId="{1D2BCB69-E557-4F79-B312-2501E6134188}" srcOrd="0" destOrd="2" presId="urn:microsoft.com/office/officeart/2005/8/layout/hList1"/>
    <dgm:cxn modelId="{25764EAB-4B0B-4B98-A546-699D4318E967}" type="presOf" srcId="{19298471-9C39-4E2B-8BD4-0A5E37D83165}" destId="{1D2BCB69-E557-4F79-B312-2501E6134188}" srcOrd="0" destOrd="0" presId="urn:microsoft.com/office/officeart/2005/8/layout/hList1"/>
    <dgm:cxn modelId="{9BB341C4-DA59-4AEA-A97F-72D8CEDF81EB}" srcId="{99CA1C01-EC77-416E-BACC-DCE8E681D535}" destId="{B610C78B-9340-4AC3-AB8D-E1E2D2C3E14E}" srcOrd="12" destOrd="0" parTransId="{291E290F-19D6-4FD2-BC0C-6BF59869D35E}" sibTransId="{AFA19C77-6A55-4DA2-890B-8E7D032A267B}"/>
    <dgm:cxn modelId="{5A0BC3C4-B01C-4E2F-ADBD-7EAF06EC393C}" srcId="{94AD4705-0B64-4289-BC29-2A8DEABD75D9}" destId="{23F293B3-B53A-4A5A-8890-0F2D19EB5487}" srcOrd="2" destOrd="0" parTransId="{DF586AE7-8F9B-4558-88EC-4684C188E633}" sibTransId="{B6693BEB-80D1-4815-8D0C-D0E08F3B22C8}"/>
    <dgm:cxn modelId="{F421C9C4-185E-4792-94C4-A64B9FFD4B93}" srcId="{99CA1C01-EC77-416E-BACC-DCE8E681D535}" destId="{19298471-9C39-4E2B-8BD4-0A5E37D83165}" srcOrd="0" destOrd="0" parTransId="{7344A73B-21DF-4AA0-AE83-4736664C0B46}" sibTransId="{9E1166E2-D18F-43FF-99F6-5D31A3763871}"/>
    <dgm:cxn modelId="{A1EA50C9-9EF4-4465-8151-93EFD8566216}" srcId="{99CA1C01-EC77-416E-BACC-DCE8E681D535}" destId="{4D5B8F4F-9C01-4CEE-9BFF-C5729344141C}" srcOrd="1" destOrd="0" parTransId="{ED8A8FF0-0C69-4242-94EF-885282A41D17}" sibTransId="{18729267-0260-4834-8623-439D0A411615}"/>
    <dgm:cxn modelId="{8F2D6AC9-AEAD-4B2E-B745-F504B661CF1C}" type="presOf" srcId="{3B3082DC-D57E-4CE6-A5B1-74209BB6E690}" destId="{560CD59D-88D2-4370-B2BF-A2D7AD6E915B}" srcOrd="0" destOrd="4" presId="urn:microsoft.com/office/officeart/2005/8/layout/hList1"/>
    <dgm:cxn modelId="{CB4545CC-0EDD-4A89-86CF-A666781E75AB}" type="presOf" srcId="{B610C78B-9340-4AC3-AB8D-E1E2D2C3E14E}" destId="{1D2BCB69-E557-4F79-B312-2501E6134188}" srcOrd="0" destOrd="12" presId="urn:microsoft.com/office/officeart/2005/8/layout/hList1"/>
    <dgm:cxn modelId="{B8016BCD-A05E-42D9-B2FF-BC31F2F04CF8}" type="presOf" srcId="{49050788-CF18-4808-9B9D-0B233208E966}" destId="{1D2BCB69-E557-4F79-B312-2501E6134188}" srcOrd="0" destOrd="10" presId="urn:microsoft.com/office/officeart/2005/8/layout/hList1"/>
    <dgm:cxn modelId="{3A6B3ACE-7C88-472D-9B08-E5713931FF20}" srcId="{99CA1C01-EC77-416E-BACC-DCE8E681D535}" destId="{4487F4C9-B0FE-40BA-AE15-FBBBEB7230D8}" srcOrd="14" destOrd="0" parTransId="{00B9EF2A-BC32-4B31-AF62-5ED9AE38E02C}" sibTransId="{9417FA4A-6B03-4695-8FD6-13DDC040CA0E}"/>
    <dgm:cxn modelId="{E6D036D1-3ACF-4ECA-AF77-608D9EBF5949}" srcId="{99CA1C01-EC77-416E-BACC-DCE8E681D535}" destId="{67C5AF8C-1A08-469C-BF1A-E4989337595D}" srcOrd="11" destOrd="0" parTransId="{DCB7D134-96C1-4DA1-8868-BAF5D87B6ED5}" sibTransId="{4359FA3C-CC1F-441A-972E-23ED343A59CB}"/>
    <dgm:cxn modelId="{320BC1DB-8A7F-4BD9-86E7-38FCDA86729C}" srcId="{2F89DC6F-E255-4A96-A044-028D8B294ED6}" destId="{99CA1C01-EC77-416E-BACC-DCE8E681D535}" srcOrd="0" destOrd="0" parTransId="{1E3CB32C-C0BE-44A2-86C4-97AC24B6CCB9}" sibTransId="{B49BCBE4-EAB1-4552-9ED1-3DBF3AA82D56}"/>
    <dgm:cxn modelId="{77A900DC-ED5D-4F44-8C7B-0314FF0B3B88}" type="presOf" srcId="{48A2E07C-1AD2-43E6-9CE6-372A96FF0AC8}" destId="{1D2BCB69-E557-4F79-B312-2501E6134188}" srcOrd="0" destOrd="6" presId="urn:microsoft.com/office/officeart/2005/8/layout/hList1"/>
    <dgm:cxn modelId="{9225BADC-7A38-4DDE-AC09-C199E3CD69D8}" type="presOf" srcId="{2F89DC6F-E255-4A96-A044-028D8B294ED6}" destId="{0084CCE3-F8C6-4AD6-95B1-C2F71BE0A430}" srcOrd="0" destOrd="0" presId="urn:microsoft.com/office/officeart/2005/8/layout/hList1"/>
    <dgm:cxn modelId="{C926CCEB-2CDB-4F3A-A51F-7031C6F87F0B}" srcId="{3AC76870-162B-4626-A471-B553D8FD5C88}" destId="{BC241C41-EC42-40A2-9383-D79540B68921}" srcOrd="0" destOrd="0" parTransId="{BD75FB52-B096-45F6-8E06-18360A537720}" sibTransId="{33038040-09C2-46F8-826D-20B6C83CC646}"/>
    <dgm:cxn modelId="{020BA3F0-6038-40E6-8378-EC4DBFAC3744}" type="presOf" srcId="{23F293B3-B53A-4A5A-8890-0F2D19EB5487}" destId="{560CD59D-88D2-4370-B2BF-A2D7AD6E915B}" srcOrd="0" destOrd="9" presId="urn:microsoft.com/office/officeart/2005/8/layout/hList1"/>
    <dgm:cxn modelId="{1C6B10FC-375A-4552-A422-96E4950D3CB2}" type="presOf" srcId="{7CCE9968-67DE-4FEE-AE78-EA36421F2050}" destId="{560CD59D-88D2-4370-B2BF-A2D7AD6E915B}" srcOrd="0" destOrd="8" presId="urn:microsoft.com/office/officeart/2005/8/layout/hList1"/>
    <dgm:cxn modelId="{36C6CF13-E814-4F9B-BDA6-F368D930030E}" type="presParOf" srcId="{0084CCE3-F8C6-4AD6-95B1-C2F71BE0A430}" destId="{60CD7794-A2A8-4AA8-BF93-6483BCD08379}" srcOrd="0" destOrd="0" presId="urn:microsoft.com/office/officeart/2005/8/layout/hList1"/>
    <dgm:cxn modelId="{C789653E-3C0D-4B66-8750-A3A0905CC12B}" type="presParOf" srcId="{60CD7794-A2A8-4AA8-BF93-6483BCD08379}" destId="{B6F75B6A-2240-457D-814D-2FCCF1DEA71E}" srcOrd="0" destOrd="0" presId="urn:microsoft.com/office/officeart/2005/8/layout/hList1"/>
    <dgm:cxn modelId="{AC711882-BF5B-4412-86D9-D3800DAAD866}" type="presParOf" srcId="{60CD7794-A2A8-4AA8-BF93-6483BCD08379}" destId="{1D2BCB69-E557-4F79-B312-2501E6134188}" srcOrd="1" destOrd="0" presId="urn:microsoft.com/office/officeart/2005/8/layout/hList1"/>
    <dgm:cxn modelId="{983BAE85-9CA8-4C77-8B74-5F12090FB744}" type="presParOf" srcId="{0084CCE3-F8C6-4AD6-95B1-C2F71BE0A430}" destId="{0E8D6941-1FBA-44B4-A610-C168E44392D7}" srcOrd="1" destOrd="0" presId="urn:microsoft.com/office/officeart/2005/8/layout/hList1"/>
    <dgm:cxn modelId="{20E603D9-9110-4264-99EC-CDFC89FBBF8D}" type="presParOf" srcId="{0084CCE3-F8C6-4AD6-95B1-C2F71BE0A430}" destId="{47670EE5-0EA6-499A-9A73-18DBF52E013F}" srcOrd="2" destOrd="0" presId="urn:microsoft.com/office/officeart/2005/8/layout/hList1"/>
    <dgm:cxn modelId="{400CA46F-6402-4B2E-927B-A4242B38FB34}" type="presParOf" srcId="{47670EE5-0EA6-499A-9A73-18DBF52E013F}" destId="{F8A2D4C9-9159-4478-AAE7-07353D52C96B}" srcOrd="0" destOrd="0" presId="urn:microsoft.com/office/officeart/2005/8/layout/hList1"/>
    <dgm:cxn modelId="{E25E42FF-EA4E-4296-9EBC-4EE9FFCB78B3}" type="presParOf" srcId="{47670EE5-0EA6-499A-9A73-18DBF52E013F}" destId="{560CD59D-88D2-4370-B2BF-A2D7AD6E915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2B7660-63D1-7943-8ED0-C50172C702C3}">
      <dsp:nvSpPr>
        <dsp:cNvPr id="0" name=""/>
        <dsp:cNvSpPr/>
      </dsp:nvSpPr>
      <dsp:spPr>
        <a:xfrm>
          <a:off x="49" y="1706"/>
          <a:ext cx="10167837" cy="1772423"/>
        </a:xfrm>
        <a:prstGeom prst="roundRect">
          <a:avLst>
            <a:gd name="adj" fmla="val 10000"/>
          </a:avLst>
        </a:prstGeom>
        <a:solidFill>
          <a:schemeClr val="accent1">
            <a:hueOff val="0"/>
            <a:satOff val="0"/>
            <a:lumOff val="0"/>
            <a:alpha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GB" sz="6500" kern="1200"/>
        </a:p>
      </dsp:txBody>
      <dsp:txXfrm>
        <a:off x="51961" y="53618"/>
        <a:ext cx="10064013" cy="1668599"/>
      </dsp:txXfrm>
    </dsp:sp>
    <dsp:sp modelId="{B18278CE-90F2-1C4A-ADB3-4809ABDCF481}">
      <dsp:nvSpPr>
        <dsp:cNvPr id="0" name=""/>
        <dsp:cNvSpPr/>
      </dsp:nvSpPr>
      <dsp:spPr>
        <a:xfrm>
          <a:off x="49" y="2038814"/>
          <a:ext cx="1583775" cy="1772423"/>
        </a:xfrm>
        <a:prstGeom prst="roundRect">
          <a:avLst>
            <a:gd name="adj" fmla="val 10000"/>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0" kern="1200" dirty="0"/>
            <a:t>Globally unique and persistent </a:t>
          </a:r>
          <a:r>
            <a:rPr lang="en-GB" sz="1200" b="1" kern="1200" dirty="0"/>
            <a:t>identifiers</a:t>
          </a:r>
        </a:p>
        <a:p>
          <a:pPr marL="0" lvl="0" indent="0" algn="ctr" defTabSz="533400">
            <a:lnSpc>
              <a:spcPct val="90000"/>
            </a:lnSpc>
            <a:spcBef>
              <a:spcPct val="0"/>
            </a:spcBef>
            <a:spcAft>
              <a:spcPct val="35000"/>
            </a:spcAft>
            <a:buNone/>
          </a:pPr>
          <a:endParaRPr lang="en-GB" sz="1200" b="0" kern="1200" dirty="0"/>
        </a:p>
        <a:p>
          <a:pPr marL="0" lvl="0" indent="0" algn="ctr" defTabSz="533400">
            <a:lnSpc>
              <a:spcPct val="90000"/>
            </a:lnSpc>
            <a:spcBef>
              <a:spcPct val="0"/>
            </a:spcBef>
            <a:spcAft>
              <a:spcPct val="35000"/>
            </a:spcAft>
            <a:buNone/>
          </a:pPr>
          <a:r>
            <a:rPr lang="en-GB" sz="1200" i="1" kern="1200" dirty="0"/>
            <a:t>To search and retrieve data</a:t>
          </a:r>
          <a:endParaRPr lang="en-GB" sz="1200" kern="1200" dirty="0"/>
        </a:p>
      </dsp:txBody>
      <dsp:txXfrm>
        <a:off x="46436" y="2085201"/>
        <a:ext cx="1491001" cy="1679649"/>
      </dsp:txXfrm>
    </dsp:sp>
    <dsp:sp modelId="{C5EF9FF8-4BAD-E240-9E5C-AA8627609423}">
      <dsp:nvSpPr>
        <dsp:cNvPr id="0" name=""/>
        <dsp:cNvSpPr/>
      </dsp:nvSpPr>
      <dsp:spPr>
        <a:xfrm>
          <a:off x="1716862" y="2038814"/>
          <a:ext cx="1583775" cy="1772423"/>
        </a:xfrm>
        <a:prstGeom prst="roundRect">
          <a:avLst>
            <a:gd name="adj" fmla="val 10000"/>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t>Comprehensive </a:t>
          </a:r>
          <a:r>
            <a:rPr lang="en-GB" sz="1200" b="1" kern="1200" dirty="0"/>
            <a:t>provenance</a:t>
          </a:r>
          <a:r>
            <a:rPr lang="en-GB" sz="1200" kern="1200" dirty="0"/>
            <a:t> and workflows</a:t>
          </a:r>
        </a:p>
        <a:p>
          <a:pPr marL="0" lvl="0" indent="0" algn="ctr" defTabSz="533400">
            <a:lnSpc>
              <a:spcPct val="90000"/>
            </a:lnSpc>
            <a:spcBef>
              <a:spcPct val="0"/>
            </a:spcBef>
            <a:spcAft>
              <a:spcPct val="35000"/>
            </a:spcAft>
            <a:buNone/>
          </a:pPr>
          <a:endParaRPr lang="en-GB" sz="1200" kern="1200" dirty="0"/>
        </a:p>
        <a:p>
          <a:pPr marL="0" lvl="0" indent="0" algn="ctr" defTabSz="533400">
            <a:lnSpc>
              <a:spcPct val="90000"/>
            </a:lnSpc>
            <a:spcBef>
              <a:spcPct val="0"/>
            </a:spcBef>
            <a:spcAft>
              <a:spcPct val="35000"/>
            </a:spcAft>
            <a:buNone/>
          </a:pPr>
          <a:r>
            <a:rPr lang="en-GB" sz="1200" i="1" kern="1200" dirty="0"/>
            <a:t>To contextualise data and enable its use in practical settings</a:t>
          </a:r>
        </a:p>
      </dsp:txBody>
      <dsp:txXfrm>
        <a:off x="1763249" y="2085201"/>
        <a:ext cx="1491001" cy="1679649"/>
      </dsp:txXfrm>
    </dsp:sp>
    <dsp:sp modelId="{162B0C11-9661-B449-ACFF-812C9AC8DC66}">
      <dsp:nvSpPr>
        <dsp:cNvPr id="0" name=""/>
        <dsp:cNvSpPr/>
      </dsp:nvSpPr>
      <dsp:spPr>
        <a:xfrm>
          <a:off x="3417773" y="2038814"/>
          <a:ext cx="1583775" cy="1772423"/>
        </a:xfrm>
        <a:prstGeom prst="roundRect">
          <a:avLst>
            <a:gd name="adj" fmla="val 10000"/>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t>Standardised </a:t>
          </a:r>
          <a:r>
            <a:rPr lang="en-GB" sz="1200" b="1" kern="1200" dirty="0"/>
            <a:t>metadata</a:t>
          </a:r>
        </a:p>
        <a:p>
          <a:pPr marL="0" lvl="0" indent="0" algn="ctr" defTabSz="533400">
            <a:lnSpc>
              <a:spcPct val="90000"/>
            </a:lnSpc>
            <a:spcBef>
              <a:spcPct val="0"/>
            </a:spcBef>
            <a:spcAft>
              <a:spcPct val="35000"/>
            </a:spcAft>
            <a:buNone/>
          </a:pPr>
          <a:endParaRPr lang="en-GB" sz="1200" kern="1200" dirty="0"/>
        </a:p>
        <a:p>
          <a:pPr marL="0" lvl="0" indent="0" algn="ctr" defTabSz="533400">
            <a:lnSpc>
              <a:spcPct val="90000"/>
            </a:lnSpc>
            <a:spcBef>
              <a:spcPct val="0"/>
            </a:spcBef>
            <a:spcAft>
              <a:spcPct val="35000"/>
            </a:spcAft>
            <a:buNone/>
          </a:pPr>
          <a:r>
            <a:rPr lang="en-GB" sz="1200" i="1" kern="1200" dirty="0"/>
            <a:t>To make data more discoverable and interpretable</a:t>
          </a:r>
        </a:p>
      </dsp:txBody>
      <dsp:txXfrm>
        <a:off x="3464160" y="2085201"/>
        <a:ext cx="1491001" cy="1679649"/>
      </dsp:txXfrm>
    </dsp:sp>
    <dsp:sp modelId="{56B008CF-AEA0-F246-A93A-CBD1DC1E3447}">
      <dsp:nvSpPr>
        <dsp:cNvPr id="0" name=""/>
        <dsp:cNvSpPr/>
      </dsp:nvSpPr>
      <dsp:spPr>
        <a:xfrm>
          <a:off x="5150487" y="2038814"/>
          <a:ext cx="1583775" cy="1772423"/>
        </a:xfrm>
        <a:prstGeom prst="roundRect">
          <a:avLst>
            <a:gd name="adj" fmla="val 10000"/>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t>Terms of</a:t>
          </a:r>
          <a:r>
            <a:rPr lang="en-GB" sz="1200" b="0" kern="1200" dirty="0"/>
            <a:t> </a:t>
          </a:r>
          <a:r>
            <a:rPr lang="en-GB" sz="1200" b="1" kern="1200" dirty="0"/>
            <a:t>access</a:t>
          </a:r>
          <a:r>
            <a:rPr lang="en-GB" sz="1200" b="0" kern="1200" dirty="0"/>
            <a:t> </a:t>
          </a:r>
          <a:r>
            <a:rPr lang="en-GB" sz="1200" kern="1200" dirty="0"/>
            <a:t>being maximally open but as restricted as required</a:t>
          </a:r>
        </a:p>
        <a:p>
          <a:pPr marL="0" lvl="0" indent="0" algn="ctr" defTabSz="533400">
            <a:lnSpc>
              <a:spcPct val="90000"/>
            </a:lnSpc>
            <a:spcBef>
              <a:spcPct val="0"/>
            </a:spcBef>
            <a:spcAft>
              <a:spcPct val="35000"/>
            </a:spcAft>
            <a:buNone/>
          </a:pPr>
          <a:endParaRPr lang="en-GB" sz="1200" kern="1200" dirty="0"/>
        </a:p>
        <a:p>
          <a:pPr marL="0" lvl="0" indent="0" algn="ctr" defTabSz="533400">
            <a:lnSpc>
              <a:spcPct val="90000"/>
            </a:lnSpc>
            <a:spcBef>
              <a:spcPct val="0"/>
            </a:spcBef>
            <a:spcAft>
              <a:spcPct val="35000"/>
            </a:spcAft>
            <a:buNone/>
          </a:pPr>
          <a:r>
            <a:rPr lang="en-GB" sz="1200" i="1" kern="1200" dirty="0"/>
            <a:t>To understand how to access data</a:t>
          </a:r>
        </a:p>
      </dsp:txBody>
      <dsp:txXfrm>
        <a:off x="5196874" y="2085201"/>
        <a:ext cx="1491001" cy="1679649"/>
      </dsp:txXfrm>
    </dsp:sp>
    <dsp:sp modelId="{4A89FDFE-1E1F-BE4A-A838-4761EA4B081D}">
      <dsp:nvSpPr>
        <dsp:cNvPr id="0" name=""/>
        <dsp:cNvSpPr/>
      </dsp:nvSpPr>
      <dsp:spPr>
        <a:xfrm>
          <a:off x="6867299" y="2038814"/>
          <a:ext cx="1583775" cy="1772423"/>
        </a:xfrm>
        <a:prstGeom prst="roundRect">
          <a:avLst>
            <a:gd name="adj" fmla="val 10000"/>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t>Standardised </a:t>
          </a:r>
          <a:r>
            <a:rPr lang="en-GB" sz="1200" b="1" kern="1200" dirty="0"/>
            <a:t>terminologies</a:t>
          </a:r>
        </a:p>
        <a:p>
          <a:pPr marL="0" lvl="0" indent="0" algn="ctr" defTabSz="533400">
            <a:lnSpc>
              <a:spcPct val="90000"/>
            </a:lnSpc>
            <a:spcBef>
              <a:spcPct val="0"/>
            </a:spcBef>
            <a:spcAft>
              <a:spcPct val="35000"/>
            </a:spcAft>
            <a:buNone/>
          </a:pPr>
          <a:endParaRPr lang="en-GB" sz="1200" kern="1200" dirty="0"/>
        </a:p>
        <a:p>
          <a:pPr marL="0" lvl="0" indent="0" algn="ctr" defTabSz="533400">
            <a:lnSpc>
              <a:spcPct val="90000"/>
            </a:lnSpc>
            <a:spcBef>
              <a:spcPct val="0"/>
            </a:spcBef>
            <a:spcAft>
              <a:spcPct val="35000"/>
            </a:spcAft>
            <a:buNone/>
          </a:pPr>
          <a:r>
            <a:rPr lang="en-GB" sz="1200" i="1" kern="1200" dirty="0"/>
            <a:t>To assign the same meaning to the same term</a:t>
          </a:r>
        </a:p>
      </dsp:txBody>
      <dsp:txXfrm>
        <a:off x="6913686" y="2085201"/>
        <a:ext cx="1491001" cy="1679649"/>
      </dsp:txXfrm>
    </dsp:sp>
    <dsp:sp modelId="{640BC064-7657-404F-BF6D-E76E128D9EAF}">
      <dsp:nvSpPr>
        <dsp:cNvPr id="0" name=""/>
        <dsp:cNvSpPr/>
      </dsp:nvSpPr>
      <dsp:spPr>
        <a:xfrm>
          <a:off x="8584112" y="2038814"/>
          <a:ext cx="1583775" cy="1772423"/>
        </a:xfrm>
        <a:prstGeom prst="roundRect">
          <a:avLst>
            <a:gd name="adj" fmla="val 10000"/>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t>Terms of use and </a:t>
          </a:r>
          <a:r>
            <a:rPr lang="en-GB" sz="1200" b="1" kern="1200" dirty="0"/>
            <a:t>licenses</a:t>
          </a:r>
        </a:p>
        <a:p>
          <a:pPr marL="0" lvl="0" indent="0" algn="ctr" defTabSz="533400">
            <a:lnSpc>
              <a:spcPct val="90000"/>
            </a:lnSpc>
            <a:spcBef>
              <a:spcPct val="0"/>
            </a:spcBef>
            <a:spcAft>
              <a:spcPct val="35000"/>
            </a:spcAft>
            <a:buNone/>
          </a:pPr>
          <a:endParaRPr lang="en-GB" sz="1200" kern="1200" dirty="0"/>
        </a:p>
        <a:p>
          <a:pPr marL="0" lvl="0" indent="0" algn="ctr" defTabSz="533400">
            <a:lnSpc>
              <a:spcPct val="90000"/>
            </a:lnSpc>
            <a:spcBef>
              <a:spcPct val="0"/>
            </a:spcBef>
            <a:spcAft>
              <a:spcPct val="35000"/>
            </a:spcAft>
            <a:buNone/>
          </a:pPr>
          <a:r>
            <a:rPr lang="en-GB" sz="1200" kern="1200" dirty="0"/>
            <a:t>To encourage innovation and reuse, giving credit as needed</a:t>
          </a:r>
        </a:p>
      </dsp:txBody>
      <dsp:txXfrm>
        <a:off x="8630499" y="2085201"/>
        <a:ext cx="1491001" cy="16796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AB380C-453A-E949-859D-72D6FFF3F449}">
      <dsp:nvSpPr>
        <dsp:cNvPr id="0" name=""/>
        <dsp:cNvSpPr/>
      </dsp:nvSpPr>
      <dsp:spPr>
        <a:xfrm>
          <a:off x="3571" y="2240822"/>
          <a:ext cx="1561703" cy="9370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1. PaNET</a:t>
          </a:r>
        </a:p>
      </dsp:txBody>
      <dsp:txXfrm>
        <a:off x="31015" y="2268266"/>
        <a:ext cx="1506815" cy="882133"/>
      </dsp:txXfrm>
    </dsp:sp>
    <dsp:sp modelId="{EF506B90-E995-B948-B4AF-22B15415FA3D}">
      <dsp:nvSpPr>
        <dsp:cNvPr id="0" name=""/>
        <dsp:cNvSpPr/>
      </dsp:nvSpPr>
      <dsp:spPr>
        <a:xfrm>
          <a:off x="1721445" y="2515682"/>
          <a:ext cx="331081" cy="3873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1721445" y="2593142"/>
        <a:ext cx="231757" cy="232382"/>
      </dsp:txXfrm>
    </dsp:sp>
    <dsp:sp modelId="{672BB02D-3DE1-904C-B509-71E5AFFD8213}">
      <dsp:nvSpPr>
        <dsp:cNvPr id="0" name=""/>
        <dsp:cNvSpPr/>
      </dsp:nvSpPr>
      <dsp:spPr>
        <a:xfrm>
          <a:off x="2189956" y="2240822"/>
          <a:ext cx="1561703" cy="9370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2. Topic classification</a:t>
          </a:r>
        </a:p>
      </dsp:txBody>
      <dsp:txXfrm>
        <a:off x="2217400" y="2268266"/>
        <a:ext cx="1506815" cy="882133"/>
      </dsp:txXfrm>
    </dsp:sp>
    <dsp:sp modelId="{C678733D-37FE-F745-9AAB-370691EAD68B}">
      <dsp:nvSpPr>
        <dsp:cNvPr id="0" name=""/>
        <dsp:cNvSpPr/>
      </dsp:nvSpPr>
      <dsp:spPr>
        <a:xfrm>
          <a:off x="3907829" y="2515682"/>
          <a:ext cx="331081" cy="3873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3907829" y="2593142"/>
        <a:ext cx="231757" cy="232382"/>
      </dsp:txXfrm>
    </dsp:sp>
    <dsp:sp modelId="{F80EBF70-AA28-EC4B-8292-71FA6D44807E}">
      <dsp:nvSpPr>
        <dsp:cNvPr id="0" name=""/>
        <dsp:cNvSpPr/>
      </dsp:nvSpPr>
      <dsp:spPr>
        <a:xfrm>
          <a:off x="4376340" y="2240822"/>
          <a:ext cx="1561703" cy="9370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3. Proposal matching system</a:t>
          </a:r>
        </a:p>
      </dsp:txBody>
      <dsp:txXfrm>
        <a:off x="4403784" y="2268266"/>
        <a:ext cx="1506815" cy="882133"/>
      </dsp:txXfrm>
    </dsp:sp>
    <dsp:sp modelId="{1796EAEE-4E76-1248-8916-E89B3CD74869}">
      <dsp:nvSpPr>
        <dsp:cNvPr id="0" name=""/>
        <dsp:cNvSpPr/>
      </dsp:nvSpPr>
      <dsp:spPr>
        <a:xfrm>
          <a:off x="6094214" y="2515682"/>
          <a:ext cx="331081" cy="3873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6094214" y="2593142"/>
        <a:ext cx="231757" cy="232382"/>
      </dsp:txXfrm>
    </dsp:sp>
    <dsp:sp modelId="{0F7EB432-688B-1E42-8CDF-13F2EC42A3A2}">
      <dsp:nvSpPr>
        <dsp:cNvPr id="0" name=""/>
        <dsp:cNvSpPr/>
      </dsp:nvSpPr>
      <dsp:spPr>
        <a:xfrm>
          <a:off x="6562724" y="2240822"/>
          <a:ext cx="1561703" cy="9370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4. 'AI-ready' data</a:t>
          </a:r>
        </a:p>
      </dsp:txBody>
      <dsp:txXfrm>
        <a:off x="6590168" y="2268266"/>
        <a:ext cx="1506815" cy="8821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12DBCE-E4B3-5F44-838D-7A82E388D5A9}">
      <dsp:nvSpPr>
        <dsp:cNvPr id="0" name=""/>
        <dsp:cNvSpPr/>
      </dsp:nvSpPr>
      <dsp:spPr>
        <a:xfrm>
          <a:off x="0" y="2096402"/>
          <a:ext cx="10927829" cy="0"/>
        </a:xfrm>
        <a:prstGeom prst="lin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0EB6E106-3816-4540-8E40-314C204A47B8}">
      <dsp:nvSpPr>
        <dsp:cNvPr id="0" name=""/>
        <dsp:cNvSpPr/>
      </dsp:nvSpPr>
      <dsp:spPr>
        <a:xfrm rot="8100000">
          <a:off x="64581" y="500727"/>
          <a:ext cx="273158" cy="273158"/>
        </a:xfrm>
        <a:prstGeom prst="teardrop">
          <a:avLst>
            <a:gd name="adj" fmla="val 11500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EA75F2-8735-4044-A425-6B04D6880C30}">
      <dsp:nvSpPr>
        <dsp:cNvPr id="0" name=""/>
        <dsp:cNvSpPr/>
      </dsp:nvSpPr>
      <dsp:spPr>
        <a:xfrm>
          <a:off x="94927" y="531072"/>
          <a:ext cx="212467" cy="212467"/>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8EDBE1AA-B365-3041-B759-52A1172D5CF7}">
      <dsp:nvSpPr>
        <dsp:cNvPr id="0" name=""/>
        <dsp:cNvSpPr/>
      </dsp:nvSpPr>
      <dsp:spPr>
        <a:xfrm>
          <a:off x="394312" y="85533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9850" rIns="69850" bIns="104775" numCol="1" spcCol="1270" anchor="t" anchorCtr="0">
          <a:noAutofit/>
        </a:bodyPr>
        <a:lstStyle/>
        <a:p>
          <a:pPr marL="0" lvl="0" indent="0" algn="l" defTabSz="488950">
            <a:lnSpc>
              <a:spcPct val="90000"/>
            </a:lnSpc>
            <a:spcBef>
              <a:spcPct val="0"/>
            </a:spcBef>
            <a:spcAft>
              <a:spcPct val="35000"/>
            </a:spcAft>
            <a:buNone/>
          </a:pPr>
          <a:r>
            <a:rPr lang="en-GB" sz="1100" kern="1200" dirty="0">
              <a:ea typeface="+mn-ea"/>
              <a:cs typeface="+mn-cs"/>
            </a:rPr>
            <a:t>Start of PhD</a:t>
          </a:r>
        </a:p>
      </dsp:txBody>
      <dsp:txXfrm>
        <a:off x="394312" y="855332"/>
        <a:ext cx="1073146" cy="1241070"/>
      </dsp:txXfrm>
    </dsp:sp>
    <dsp:sp modelId="{149DE084-1B48-C141-8F99-9A10F1A0C326}">
      <dsp:nvSpPr>
        <dsp:cNvPr id="0" name=""/>
        <dsp:cNvSpPr/>
      </dsp:nvSpPr>
      <dsp:spPr>
        <a:xfrm>
          <a:off x="394312" y="419280"/>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GB" sz="1500" kern="1200">
              <a:solidFill>
                <a:srgbClr val="7F7F7F"/>
              </a:solidFill>
              <a:ea typeface="+mn-ea"/>
              <a:cs typeface="+mn-cs"/>
            </a:rPr>
            <a:t>Oct. 23</a:t>
          </a:r>
          <a:endParaRPr lang="en-GB" sz="1500" kern="1200" dirty="0">
            <a:solidFill>
              <a:srgbClr val="7F7F7F"/>
            </a:solidFill>
            <a:ea typeface="+mn-ea"/>
            <a:cs typeface="+mn-cs"/>
          </a:endParaRPr>
        </a:p>
      </dsp:txBody>
      <dsp:txXfrm>
        <a:off x="394312" y="419280"/>
        <a:ext cx="1073146" cy="436051"/>
      </dsp:txXfrm>
    </dsp:sp>
    <dsp:sp modelId="{2F1A1D30-1B32-1F48-B43D-1C8795D0D3AE}">
      <dsp:nvSpPr>
        <dsp:cNvPr id="0" name=""/>
        <dsp:cNvSpPr/>
      </dsp:nvSpPr>
      <dsp:spPr>
        <a:xfrm>
          <a:off x="201160" y="855332"/>
          <a:ext cx="0" cy="1241070"/>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1CA92B62-4C57-854B-B37E-04B55D3E919C}">
      <dsp:nvSpPr>
        <dsp:cNvPr id="0" name=""/>
        <dsp:cNvSpPr/>
      </dsp:nvSpPr>
      <dsp:spPr>
        <a:xfrm>
          <a:off x="191267" y="2057157"/>
          <a:ext cx="69534" cy="78489"/>
        </a:xfrm>
        <a:prstGeom prst="ellipse">
          <a:avLst/>
        </a:prstGeom>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4F9DC7-D2C1-F242-B25C-D3184298F499}">
      <dsp:nvSpPr>
        <dsp:cNvPr id="0" name=""/>
        <dsp:cNvSpPr/>
      </dsp:nvSpPr>
      <dsp:spPr>
        <a:xfrm rot="18900000">
          <a:off x="791686" y="3418919"/>
          <a:ext cx="273158" cy="273158"/>
        </a:xfrm>
        <a:prstGeom prst="teardrop">
          <a:avLst>
            <a:gd name="adj" fmla="val 115000"/>
          </a:avLst>
        </a:prstGeom>
        <a:solidFill>
          <a:schemeClr val="accent2">
            <a:hueOff val="119674"/>
            <a:satOff val="20"/>
            <a:lumOff val="75"/>
            <a:alphaOff val="0"/>
          </a:schemeClr>
        </a:solidFill>
        <a:ln w="12700" cap="flat" cmpd="sng" algn="ctr">
          <a:solidFill>
            <a:schemeClr val="accent2">
              <a:hueOff val="119674"/>
              <a:satOff val="20"/>
              <a:lumOff val="7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8721BC-F3CF-5C47-AA97-98ED277C5FDB}">
      <dsp:nvSpPr>
        <dsp:cNvPr id="0" name=""/>
        <dsp:cNvSpPr/>
      </dsp:nvSpPr>
      <dsp:spPr>
        <a:xfrm>
          <a:off x="822031" y="3449264"/>
          <a:ext cx="212467" cy="212467"/>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CB88406B-D87B-4A4A-B2F3-E7AF61AAAAA4}">
      <dsp:nvSpPr>
        <dsp:cNvPr id="0" name=""/>
        <dsp:cNvSpPr/>
      </dsp:nvSpPr>
      <dsp:spPr>
        <a:xfrm>
          <a:off x="1121417" y="209640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4775" rIns="0" bIns="69850" numCol="1" spcCol="1270" anchor="b" anchorCtr="0">
          <a:noAutofit/>
        </a:bodyPr>
        <a:lstStyle/>
        <a:p>
          <a:pPr marL="0" lvl="0" indent="0" algn="l" defTabSz="488950">
            <a:lnSpc>
              <a:spcPct val="90000"/>
            </a:lnSpc>
            <a:spcBef>
              <a:spcPct val="0"/>
            </a:spcBef>
            <a:spcAft>
              <a:spcPct val="35000"/>
            </a:spcAft>
            <a:buNone/>
          </a:pPr>
          <a:r>
            <a:rPr lang="en-GB" sz="1100" kern="1200" dirty="0">
              <a:highlight>
                <a:srgbClr val="FFFF00"/>
              </a:highlight>
              <a:ea typeface="+mn-ea"/>
              <a:cs typeface="+mn-cs"/>
            </a:rPr>
            <a:t>1st Stakeholder Group meeting</a:t>
          </a:r>
        </a:p>
      </dsp:txBody>
      <dsp:txXfrm>
        <a:off x="1121417" y="2096402"/>
        <a:ext cx="1073146" cy="1241070"/>
      </dsp:txXfrm>
    </dsp:sp>
    <dsp:sp modelId="{41ADF357-89B3-DC46-9284-7070652F27FE}">
      <dsp:nvSpPr>
        <dsp:cNvPr id="0" name=""/>
        <dsp:cNvSpPr/>
      </dsp:nvSpPr>
      <dsp:spPr>
        <a:xfrm>
          <a:off x="1121417" y="3337472"/>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GB" sz="1500" kern="1200">
              <a:solidFill>
                <a:srgbClr val="7F7F7F"/>
              </a:solidFill>
              <a:ea typeface="+mn-ea"/>
              <a:cs typeface="+mn-cs"/>
            </a:rPr>
            <a:t>Apr. 24</a:t>
          </a:r>
          <a:endParaRPr lang="en-GB" sz="1500" kern="1200" dirty="0">
            <a:solidFill>
              <a:srgbClr val="7F7F7F"/>
            </a:solidFill>
            <a:ea typeface="+mn-ea"/>
            <a:cs typeface="+mn-cs"/>
          </a:endParaRPr>
        </a:p>
      </dsp:txBody>
      <dsp:txXfrm>
        <a:off x="1121417" y="3337472"/>
        <a:ext cx="1073146" cy="436051"/>
      </dsp:txXfrm>
    </dsp:sp>
    <dsp:sp modelId="{5C81CE47-1981-3C4C-B311-E3EA4316DFA0}">
      <dsp:nvSpPr>
        <dsp:cNvPr id="0" name=""/>
        <dsp:cNvSpPr/>
      </dsp:nvSpPr>
      <dsp:spPr>
        <a:xfrm>
          <a:off x="928265" y="2096402"/>
          <a:ext cx="0" cy="1241070"/>
        </a:xfrm>
        <a:prstGeom prst="line">
          <a:avLst/>
        </a:prstGeom>
        <a:noFill/>
        <a:ln w="12700" cap="flat" cmpd="sng" algn="ctr">
          <a:solidFill>
            <a:schemeClr val="accent2">
              <a:hueOff val="119674"/>
              <a:satOff val="20"/>
              <a:lumOff val="75"/>
              <a:alphaOff val="0"/>
            </a:schemeClr>
          </a:solidFill>
          <a:prstDash val="dash"/>
          <a:miter lim="800000"/>
        </a:ln>
        <a:effectLst/>
      </dsp:spPr>
      <dsp:style>
        <a:lnRef idx="1">
          <a:scrgbClr r="0" g="0" b="0"/>
        </a:lnRef>
        <a:fillRef idx="0">
          <a:scrgbClr r="0" g="0" b="0"/>
        </a:fillRef>
        <a:effectRef idx="0">
          <a:scrgbClr r="0" g="0" b="0"/>
        </a:effectRef>
        <a:fontRef idx="minor"/>
      </dsp:style>
    </dsp:sp>
    <dsp:sp modelId="{4A0AD89C-EF19-DE42-8748-356F2006A026}">
      <dsp:nvSpPr>
        <dsp:cNvPr id="0" name=""/>
        <dsp:cNvSpPr/>
      </dsp:nvSpPr>
      <dsp:spPr>
        <a:xfrm>
          <a:off x="918371" y="2057157"/>
          <a:ext cx="69534" cy="78489"/>
        </a:xfrm>
        <a:prstGeom prst="ellipse">
          <a:avLst/>
        </a:prstGeom>
        <a:solidFill>
          <a:schemeClr val="accent2">
            <a:hueOff val="119674"/>
            <a:satOff val="20"/>
            <a:lumOff val="75"/>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20F430-0A81-2744-9FF0-62059C77A764}">
      <dsp:nvSpPr>
        <dsp:cNvPr id="0" name=""/>
        <dsp:cNvSpPr/>
      </dsp:nvSpPr>
      <dsp:spPr>
        <a:xfrm rot="8100000">
          <a:off x="1518790" y="500727"/>
          <a:ext cx="273158" cy="273158"/>
        </a:xfrm>
        <a:prstGeom prst="teardrop">
          <a:avLst>
            <a:gd name="adj" fmla="val 115000"/>
          </a:avLst>
        </a:prstGeom>
        <a:solidFill>
          <a:schemeClr val="accent2">
            <a:hueOff val="239348"/>
            <a:satOff val="40"/>
            <a:lumOff val="151"/>
            <a:alphaOff val="0"/>
          </a:schemeClr>
        </a:solidFill>
        <a:ln w="12700" cap="flat" cmpd="sng" algn="ctr">
          <a:solidFill>
            <a:schemeClr val="accent2">
              <a:hueOff val="239348"/>
              <a:satOff val="40"/>
              <a:lumOff val="1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BD99EE-5705-FB4E-8E6E-7DEE7888DE76}">
      <dsp:nvSpPr>
        <dsp:cNvPr id="0" name=""/>
        <dsp:cNvSpPr/>
      </dsp:nvSpPr>
      <dsp:spPr>
        <a:xfrm>
          <a:off x="1549136" y="531072"/>
          <a:ext cx="212467" cy="212467"/>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A8FC9523-CD56-F442-8B5B-C267B47F8047}">
      <dsp:nvSpPr>
        <dsp:cNvPr id="0" name=""/>
        <dsp:cNvSpPr/>
      </dsp:nvSpPr>
      <dsp:spPr>
        <a:xfrm>
          <a:off x="1848522" y="85533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9850" rIns="69850" bIns="104775" numCol="1" spcCol="1270" anchor="t" anchorCtr="0">
          <a:noAutofit/>
        </a:bodyPr>
        <a:lstStyle/>
        <a:p>
          <a:pPr marL="0" lvl="0" indent="0" algn="l" defTabSz="488950">
            <a:lnSpc>
              <a:spcPct val="90000"/>
            </a:lnSpc>
            <a:spcBef>
              <a:spcPct val="0"/>
            </a:spcBef>
            <a:spcAft>
              <a:spcPct val="35000"/>
            </a:spcAft>
            <a:buNone/>
          </a:pPr>
          <a:r>
            <a:rPr lang="en-GB" sz="1100" kern="1200" dirty="0">
              <a:ea typeface="+mn-ea"/>
              <a:cs typeface="+mn-cs"/>
            </a:rPr>
            <a:t>Transfer of Status completed</a:t>
          </a:r>
        </a:p>
      </dsp:txBody>
      <dsp:txXfrm>
        <a:off x="1848522" y="855332"/>
        <a:ext cx="1073146" cy="1241070"/>
      </dsp:txXfrm>
    </dsp:sp>
    <dsp:sp modelId="{A8D99AFD-9934-7C43-8DE2-11F2F81352D7}">
      <dsp:nvSpPr>
        <dsp:cNvPr id="0" name=""/>
        <dsp:cNvSpPr/>
      </dsp:nvSpPr>
      <dsp:spPr>
        <a:xfrm>
          <a:off x="1848522" y="419280"/>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GB" sz="1500" kern="1200">
              <a:solidFill>
                <a:srgbClr val="7F7F7F"/>
              </a:solidFill>
              <a:ea typeface="+mn-ea"/>
              <a:cs typeface="+mn-cs"/>
            </a:rPr>
            <a:t>Dec. 24</a:t>
          </a:r>
          <a:endParaRPr lang="en-GB" sz="1500" kern="1200" dirty="0">
            <a:solidFill>
              <a:srgbClr val="7F7F7F"/>
            </a:solidFill>
            <a:ea typeface="+mn-ea"/>
            <a:cs typeface="+mn-cs"/>
          </a:endParaRPr>
        </a:p>
      </dsp:txBody>
      <dsp:txXfrm>
        <a:off x="1848522" y="419280"/>
        <a:ext cx="1073146" cy="436051"/>
      </dsp:txXfrm>
    </dsp:sp>
    <dsp:sp modelId="{93AB47D4-13D5-274F-B3F7-F7CE2B14F566}">
      <dsp:nvSpPr>
        <dsp:cNvPr id="0" name=""/>
        <dsp:cNvSpPr/>
      </dsp:nvSpPr>
      <dsp:spPr>
        <a:xfrm>
          <a:off x="1655370" y="855332"/>
          <a:ext cx="0" cy="1241070"/>
        </a:xfrm>
        <a:prstGeom prst="line">
          <a:avLst/>
        </a:prstGeom>
        <a:noFill/>
        <a:ln w="12700" cap="flat" cmpd="sng" algn="ctr">
          <a:solidFill>
            <a:schemeClr val="accent2">
              <a:hueOff val="172863"/>
              <a:satOff val="29"/>
              <a:lumOff val="109"/>
              <a:alphaOff val="0"/>
            </a:schemeClr>
          </a:solidFill>
          <a:prstDash val="dash"/>
          <a:miter lim="800000"/>
        </a:ln>
        <a:effectLst/>
      </dsp:spPr>
      <dsp:style>
        <a:lnRef idx="1">
          <a:scrgbClr r="0" g="0" b="0"/>
        </a:lnRef>
        <a:fillRef idx="0">
          <a:scrgbClr r="0" g="0" b="0"/>
        </a:fillRef>
        <a:effectRef idx="0">
          <a:scrgbClr r="0" g="0" b="0"/>
        </a:effectRef>
        <a:fontRef idx="minor"/>
      </dsp:style>
    </dsp:sp>
    <dsp:sp modelId="{81A62A99-347E-C347-A0FD-C25802B8AF4B}">
      <dsp:nvSpPr>
        <dsp:cNvPr id="0" name=""/>
        <dsp:cNvSpPr/>
      </dsp:nvSpPr>
      <dsp:spPr>
        <a:xfrm>
          <a:off x="1645476" y="2057157"/>
          <a:ext cx="69534" cy="78489"/>
        </a:xfrm>
        <a:prstGeom prst="ellipse">
          <a:avLst/>
        </a:prstGeom>
        <a:solidFill>
          <a:schemeClr val="accent2">
            <a:hueOff val="172863"/>
            <a:satOff val="29"/>
            <a:lumOff val="109"/>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08958B-B759-AE4B-8977-52A16DEE0FAE}">
      <dsp:nvSpPr>
        <dsp:cNvPr id="0" name=""/>
        <dsp:cNvSpPr/>
      </dsp:nvSpPr>
      <dsp:spPr>
        <a:xfrm rot="18900000">
          <a:off x="2245895" y="3418919"/>
          <a:ext cx="273158" cy="273158"/>
        </a:xfrm>
        <a:prstGeom prst="teardrop">
          <a:avLst>
            <a:gd name="adj" fmla="val 115000"/>
          </a:avLst>
        </a:prstGeom>
        <a:solidFill>
          <a:schemeClr val="accent2">
            <a:hueOff val="359023"/>
            <a:satOff val="60"/>
            <a:lumOff val="226"/>
            <a:alphaOff val="0"/>
          </a:schemeClr>
        </a:solidFill>
        <a:ln w="12700" cap="flat" cmpd="sng" algn="ctr">
          <a:solidFill>
            <a:schemeClr val="accent2">
              <a:hueOff val="359023"/>
              <a:satOff val="60"/>
              <a:lumOff val="2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CAB19E-A106-9F48-A264-6A5D571EBA49}">
      <dsp:nvSpPr>
        <dsp:cNvPr id="0" name=""/>
        <dsp:cNvSpPr/>
      </dsp:nvSpPr>
      <dsp:spPr>
        <a:xfrm>
          <a:off x="2276241" y="3449264"/>
          <a:ext cx="212467" cy="212467"/>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3168CE24-7D45-3E48-9231-A0C5A8297E3C}">
      <dsp:nvSpPr>
        <dsp:cNvPr id="0" name=""/>
        <dsp:cNvSpPr/>
      </dsp:nvSpPr>
      <dsp:spPr>
        <a:xfrm>
          <a:off x="2575626" y="209640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4775" rIns="0" bIns="69850" numCol="1" spcCol="1270" anchor="b" anchorCtr="0">
          <a:noAutofit/>
        </a:bodyPr>
        <a:lstStyle/>
        <a:p>
          <a:pPr marL="0" lvl="0" indent="0" algn="l" defTabSz="488950">
            <a:lnSpc>
              <a:spcPct val="90000"/>
            </a:lnSpc>
            <a:spcBef>
              <a:spcPct val="0"/>
            </a:spcBef>
            <a:spcAft>
              <a:spcPct val="35000"/>
            </a:spcAft>
            <a:buNone/>
          </a:pPr>
          <a:r>
            <a:rPr lang="en-GB" sz="1100" kern="1200" dirty="0">
              <a:ea typeface="+mn-ea"/>
              <a:cs typeface="+mn-cs"/>
            </a:rPr>
            <a:t>Generated topics for 5000+ ESRF proposals</a:t>
          </a:r>
        </a:p>
      </dsp:txBody>
      <dsp:txXfrm>
        <a:off x="2575626" y="2096402"/>
        <a:ext cx="1073146" cy="1241070"/>
      </dsp:txXfrm>
    </dsp:sp>
    <dsp:sp modelId="{4F324418-53CF-534F-A36B-A1F7484BF718}">
      <dsp:nvSpPr>
        <dsp:cNvPr id="0" name=""/>
        <dsp:cNvSpPr/>
      </dsp:nvSpPr>
      <dsp:spPr>
        <a:xfrm>
          <a:off x="2575626" y="3337472"/>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GB" sz="1500" kern="1200" dirty="0">
              <a:solidFill>
                <a:srgbClr val="7F7F7F"/>
              </a:solidFill>
              <a:ea typeface="+mn-ea"/>
              <a:cs typeface="+mn-cs"/>
            </a:rPr>
            <a:t>Jun. 25</a:t>
          </a:r>
        </a:p>
      </dsp:txBody>
      <dsp:txXfrm>
        <a:off x="2575626" y="3337472"/>
        <a:ext cx="1073146" cy="436051"/>
      </dsp:txXfrm>
    </dsp:sp>
    <dsp:sp modelId="{33D07530-6618-3847-BB85-BD4EB0350CAA}">
      <dsp:nvSpPr>
        <dsp:cNvPr id="0" name=""/>
        <dsp:cNvSpPr/>
      </dsp:nvSpPr>
      <dsp:spPr>
        <a:xfrm>
          <a:off x="2382474" y="2096402"/>
          <a:ext cx="0" cy="1241070"/>
        </a:xfrm>
        <a:prstGeom prst="line">
          <a:avLst/>
        </a:prstGeom>
        <a:noFill/>
        <a:ln w="12700" cap="flat" cmpd="sng" algn="ctr">
          <a:solidFill>
            <a:schemeClr val="accent2">
              <a:hueOff val="345726"/>
              <a:satOff val="58"/>
              <a:lumOff val="218"/>
              <a:alphaOff val="0"/>
            </a:schemeClr>
          </a:solidFill>
          <a:prstDash val="dash"/>
          <a:miter lim="800000"/>
        </a:ln>
        <a:effectLst/>
      </dsp:spPr>
      <dsp:style>
        <a:lnRef idx="1">
          <a:scrgbClr r="0" g="0" b="0"/>
        </a:lnRef>
        <a:fillRef idx="0">
          <a:scrgbClr r="0" g="0" b="0"/>
        </a:fillRef>
        <a:effectRef idx="0">
          <a:scrgbClr r="0" g="0" b="0"/>
        </a:effectRef>
        <a:fontRef idx="minor"/>
      </dsp:style>
    </dsp:sp>
    <dsp:sp modelId="{29513856-6C9A-1141-90E3-94B6E2D2F163}">
      <dsp:nvSpPr>
        <dsp:cNvPr id="0" name=""/>
        <dsp:cNvSpPr/>
      </dsp:nvSpPr>
      <dsp:spPr>
        <a:xfrm>
          <a:off x="2372581" y="2057157"/>
          <a:ext cx="69534" cy="78489"/>
        </a:xfrm>
        <a:prstGeom prst="ellipse">
          <a:avLst/>
        </a:prstGeom>
        <a:solidFill>
          <a:schemeClr val="accent2">
            <a:hueOff val="345726"/>
            <a:satOff val="58"/>
            <a:lumOff val="218"/>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7BF021-9526-D54B-AE7E-76900FCB1B05}">
      <dsp:nvSpPr>
        <dsp:cNvPr id="0" name=""/>
        <dsp:cNvSpPr/>
      </dsp:nvSpPr>
      <dsp:spPr>
        <a:xfrm rot="8100000">
          <a:off x="2973000" y="500727"/>
          <a:ext cx="273158" cy="273158"/>
        </a:xfrm>
        <a:prstGeom prst="teardrop">
          <a:avLst>
            <a:gd name="adj" fmla="val 115000"/>
          </a:avLst>
        </a:prstGeom>
        <a:solidFill>
          <a:schemeClr val="accent2">
            <a:hueOff val="478697"/>
            <a:satOff val="80"/>
            <a:lumOff val="302"/>
            <a:alphaOff val="0"/>
          </a:schemeClr>
        </a:solidFill>
        <a:ln w="12700" cap="flat" cmpd="sng" algn="ctr">
          <a:solidFill>
            <a:schemeClr val="accent2">
              <a:hueOff val="478697"/>
              <a:satOff val="80"/>
              <a:lumOff val="3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FE3EE6-88C6-9742-8D33-A4C5FCB91F55}">
      <dsp:nvSpPr>
        <dsp:cNvPr id="0" name=""/>
        <dsp:cNvSpPr/>
      </dsp:nvSpPr>
      <dsp:spPr>
        <a:xfrm>
          <a:off x="3003345" y="531072"/>
          <a:ext cx="212467" cy="212467"/>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73182A5D-DD6B-294C-9DA2-3D9D6D583CA4}">
      <dsp:nvSpPr>
        <dsp:cNvPr id="0" name=""/>
        <dsp:cNvSpPr/>
      </dsp:nvSpPr>
      <dsp:spPr>
        <a:xfrm>
          <a:off x="3302731" y="85533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9850" rIns="69850" bIns="104775" numCol="1" spcCol="1270" anchor="t" anchorCtr="0">
          <a:noAutofit/>
        </a:bodyPr>
        <a:lstStyle/>
        <a:p>
          <a:pPr marL="0" lvl="0" indent="0" algn="l" defTabSz="488950">
            <a:lnSpc>
              <a:spcPct val="90000"/>
            </a:lnSpc>
            <a:spcBef>
              <a:spcPct val="0"/>
            </a:spcBef>
            <a:spcAft>
              <a:spcPct val="35000"/>
            </a:spcAft>
            <a:buNone/>
          </a:pPr>
          <a:r>
            <a:rPr lang="en-GB" sz="1100" kern="1200" dirty="0">
              <a:ea typeface="+mn-ea"/>
              <a:cs typeface="+mn-cs"/>
            </a:rPr>
            <a:t>Published paper on PaNET</a:t>
          </a:r>
        </a:p>
      </dsp:txBody>
      <dsp:txXfrm>
        <a:off x="3302731" y="855332"/>
        <a:ext cx="1073146" cy="1241070"/>
      </dsp:txXfrm>
    </dsp:sp>
    <dsp:sp modelId="{4519A563-0361-8640-9F94-7F34A8CD6764}">
      <dsp:nvSpPr>
        <dsp:cNvPr id="0" name=""/>
        <dsp:cNvSpPr/>
      </dsp:nvSpPr>
      <dsp:spPr>
        <a:xfrm>
          <a:off x="3302731" y="419280"/>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GB" sz="1500" kern="1200" dirty="0">
              <a:solidFill>
                <a:srgbClr val="7F7F7F"/>
              </a:solidFill>
              <a:ea typeface="+mn-ea"/>
              <a:cs typeface="+mn-cs"/>
            </a:rPr>
            <a:t>Sep. 25</a:t>
          </a:r>
        </a:p>
      </dsp:txBody>
      <dsp:txXfrm>
        <a:off x="3302731" y="419280"/>
        <a:ext cx="1073146" cy="436051"/>
      </dsp:txXfrm>
    </dsp:sp>
    <dsp:sp modelId="{60950E89-7F61-964E-A2EE-BD0F1FFA1115}">
      <dsp:nvSpPr>
        <dsp:cNvPr id="0" name=""/>
        <dsp:cNvSpPr/>
      </dsp:nvSpPr>
      <dsp:spPr>
        <a:xfrm>
          <a:off x="3109579" y="855332"/>
          <a:ext cx="0" cy="1241070"/>
        </a:xfrm>
        <a:prstGeom prst="line">
          <a:avLst/>
        </a:prstGeom>
        <a:noFill/>
        <a:ln w="12700" cap="flat" cmpd="sng" algn="ctr">
          <a:solidFill>
            <a:schemeClr val="accent2">
              <a:hueOff val="478697"/>
              <a:satOff val="80"/>
              <a:lumOff val="302"/>
              <a:alphaOff val="0"/>
            </a:schemeClr>
          </a:solidFill>
          <a:prstDash val="dash"/>
          <a:miter lim="800000"/>
        </a:ln>
        <a:effectLst/>
      </dsp:spPr>
      <dsp:style>
        <a:lnRef idx="1">
          <a:scrgbClr r="0" g="0" b="0"/>
        </a:lnRef>
        <a:fillRef idx="0">
          <a:scrgbClr r="0" g="0" b="0"/>
        </a:fillRef>
        <a:effectRef idx="0">
          <a:scrgbClr r="0" g="0" b="0"/>
        </a:effectRef>
        <a:fontRef idx="minor"/>
      </dsp:style>
    </dsp:sp>
    <dsp:sp modelId="{E7ACE7A5-3C2D-2B4F-A277-CA59E8257C10}">
      <dsp:nvSpPr>
        <dsp:cNvPr id="0" name=""/>
        <dsp:cNvSpPr/>
      </dsp:nvSpPr>
      <dsp:spPr>
        <a:xfrm>
          <a:off x="3099685" y="2057157"/>
          <a:ext cx="69534" cy="78489"/>
        </a:xfrm>
        <a:prstGeom prst="ellipse">
          <a:avLst/>
        </a:prstGeom>
        <a:solidFill>
          <a:schemeClr val="accent2">
            <a:hueOff val="478697"/>
            <a:satOff val="80"/>
            <a:lumOff val="302"/>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590A8E-E533-B348-9B5B-8AF86099D238}">
      <dsp:nvSpPr>
        <dsp:cNvPr id="0" name=""/>
        <dsp:cNvSpPr/>
      </dsp:nvSpPr>
      <dsp:spPr>
        <a:xfrm rot="18900000">
          <a:off x="3700105" y="3418919"/>
          <a:ext cx="273158" cy="273158"/>
        </a:xfrm>
        <a:prstGeom prst="teardrop">
          <a:avLst>
            <a:gd name="adj" fmla="val 115000"/>
          </a:avLst>
        </a:prstGeom>
        <a:solidFill>
          <a:schemeClr val="accent2">
            <a:hueOff val="598371"/>
            <a:satOff val="100"/>
            <a:lumOff val="377"/>
            <a:alphaOff val="0"/>
          </a:schemeClr>
        </a:solidFill>
        <a:ln w="12700" cap="flat" cmpd="sng" algn="ctr">
          <a:solidFill>
            <a:schemeClr val="accent2">
              <a:hueOff val="598371"/>
              <a:satOff val="100"/>
              <a:lumOff val="3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012993-0642-6B48-A32D-A7D1E68DD2CB}">
      <dsp:nvSpPr>
        <dsp:cNvPr id="0" name=""/>
        <dsp:cNvSpPr/>
      </dsp:nvSpPr>
      <dsp:spPr>
        <a:xfrm>
          <a:off x="3730450" y="3449264"/>
          <a:ext cx="212467" cy="212467"/>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59FA1A88-2F53-7A49-856D-56586EB90A73}">
      <dsp:nvSpPr>
        <dsp:cNvPr id="0" name=""/>
        <dsp:cNvSpPr/>
      </dsp:nvSpPr>
      <dsp:spPr>
        <a:xfrm>
          <a:off x="4029836" y="209640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4775" rIns="0" bIns="69850" numCol="1" spcCol="1270" anchor="b" anchorCtr="0">
          <a:noAutofit/>
        </a:bodyPr>
        <a:lstStyle/>
        <a:p>
          <a:pPr marL="0" lvl="0" indent="0" algn="l" defTabSz="488950">
            <a:lnSpc>
              <a:spcPct val="90000"/>
            </a:lnSpc>
            <a:spcBef>
              <a:spcPct val="0"/>
            </a:spcBef>
            <a:spcAft>
              <a:spcPct val="35000"/>
            </a:spcAft>
            <a:buNone/>
          </a:pPr>
          <a:r>
            <a:rPr lang="en-US" sz="1100" kern="1200" dirty="0">
              <a:highlight>
                <a:srgbClr val="FFFF00"/>
              </a:highlight>
              <a:ea typeface="+mn-ea"/>
              <a:cs typeface="+mn-cs"/>
            </a:rPr>
            <a:t>2nd Stakeholder Group meeting</a:t>
          </a:r>
        </a:p>
        <a:p>
          <a:pPr marL="0" lvl="0" indent="0" algn="l" defTabSz="488950">
            <a:lnSpc>
              <a:spcPct val="90000"/>
            </a:lnSpc>
            <a:spcBef>
              <a:spcPct val="0"/>
            </a:spcBef>
            <a:spcAft>
              <a:spcPct val="35000"/>
            </a:spcAft>
            <a:buNone/>
          </a:pPr>
          <a:r>
            <a:rPr lang="en-US" sz="1100" kern="1200" dirty="0">
              <a:ea typeface="+mn-ea"/>
              <a:cs typeface="+mn-cs"/>
            </a:rPr>
            <a:t>Start topic evaluation exercise</a:t>
          </a:r>
        </a:p>
      </dsp:txBody>
      <dsp:txXfrm>
        <a:off x="4029836" y="2096402"/>
        <a:ext cx="1073146" cy="1241070"/>
      </dsp:txXfrm>
    </dsp:sp>
    <dsp:sp modelId="{AC036271-CE11-AA42-A170-2F5608034FA3}">
      <dsp:nvSpPr>
        <dsp:cNvPr id="0" name=""/>
        <dsp:cNvSpPr/>
      </dsp:nvSpPr>
      <dsp:spPr>
        <a:xfrm>
          <a:off x="4029836" y="3337472"/>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solidFill>
                <a:srgbClr val="0070C0"/>
              </a:solidFill>
              <a:ea typeface="+mn-ea"/>
              <a:cs typeface="+mn-cs"/>
            </a:rPr>
            <a:t>Oct. 25</a:t>
          </a:r>
        </a:p>
      </dsp:txBody>
      <dsp:txXfrm>
        <a:off x="4029836" y="3337472"/>
        <a:ext cx="1073146" cy="436051"/>
      </dsp:txXfrm>
    </dsp:sp>
    <dsp:sp modelId="{3888E333-C364-4E47-BA04-A9B0A24132CC}">
      <dsp:nvSpPr>
        <dsp:cNvPr id="0" name=""/>
        <dsp:cNvSpPr/>
      </dsp:nvSpPr>
      <dsp:spPr>
        <a:xfrm>
          <a:off x="3836684" y="2096402"/>
          <a:ext cx="0" cy="1241070"/>
        </a:xfrm>
        <a:prstGeom prst="line">
          <a:avLst/>
        </a:prstGeom>
        <a:noFill/>
        <a:ln w="12700" cap="flat" cmpd="sng" algn="ctr">
          <a:solidFill>
            <a:schemeClr val="accent2">
              <a:hueOff val="691451"/>
              <a:satOff val="116"/>
              <a:lumOff val="436"/>
              <a:alphaOff val="0"/>
            </a:schemeClr>
          </a:solidFill>
          <a:prstDash val="dash"/>
          <a:miter lim="800000"/>
        </a:ln>
        <a:effectLst/>
      </dsp:spPr>
      <dsp:style>
        <a:lnRef idx="1">
          <a:scrgbClr r="0" g="0" b="0"/>
        </a:lnRef>
        <a:fillRef idx="0">
          <a:scrgbClr r="0" g="0" b="0"/>
        </a:fillRef>
        <a:effectRef idx="0">
          <a:scrgbClr r="0" g="0" b="0"/>
        </a:effectRef>
        <a:fontRef idx="minor"/>
      </dsp:style>
    </dsp:sp>
    <dsp:sp modelId="{67EE10C8-D928-7942-8665-0B28296279CC}">
      <dsp:nvSpPr>
        <dsp:cNvPr id="0" name=""/>
        <dsp:cNvSpPr/>
      </dsp:nvSpPr>
      <dsp:spPr>
        <a:xfrm>
          <a:off x="3826790" y="2057157"/>
          <a:ext cx="69534" cy="78489"/>
        </a:xfrm>
        <a:prstGeom prst="ellipse">
          <a:avLst/>
        </a:prstGeom>
        <a:solidFill>
          <a:schemeClr val="accent2">
            <a:hueOff val="691451"/>
            <a:satOff val="116"/>
            <a:lumOff val="436"/>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000E0D-B7EE-9D4C-A293-E9047408FF7D}">
      <dsp:nvSpPr>
        <dsp:cNvPr id="0" name=""/>
        <dsp:cNvSpPr/>
      </dsp:nvSpPr>
      <dsp:spPr>
        <a:xfrm rot="8100000">
          <a:off x="4427209" y="500727"/>
          <a:ext cx="273158" cy="273158"/>
        </a:xfrm>
        <a:prstGeom prst="teardrop">
          <a:avLst>
            <a:gd name="adj" fmla="val 115000"/>
          </a:avLst>
        </a:prstGeom>
        <a:solidFill>
          <a:schemeClr val="accent2">
            <a:hueOff val="718045"/>
            <a:satOff val="120"/>
            <a:lumOff val="453"/>
            <a:alphaOff val="0"/>
          </a:schemeClr>
        </a:solidFill>
        <a:ln w="12700" cap="flat" cmpd="sng" algn="ctr">
          <a:solidFill>
            <a:schemeClr val="accent2">
              <a:hueOff val="718045"/>
              <a:satOff val="120"/>
              <a:lumOff val="4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6CCDA8-0882-FE4C-BBD6-F99E0F1FB83E}">
      <dsp:nvSpPr>
        <dsp:cNvPr id="0" name=""/>
        <dsp:cNvSpPr/>
      </dsp:nvSpPr>
      <dsp:spPr>
        <a:xfrm>
          <a:off x="4457555" y="531072"/>
          <a:ext cx="212467" cy="212467"/>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B5A76123-4788-D440-9331-7A3ABCF6BC7F}">
      <dsp:nvSpPr>
        <dsp:cNvPr id="0" name=""/>
        <dsp:cNvSpPr/>
      </dsp:nvSpPr>
      <dsp:spPr>
        <a:xfrm>
          <a:off x="4756941" y="85533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9850" rIns="69850" bIns="104775" numCol="1" spcCol="1270" anchor="t" anchorCtr="0">
          <a:noAutofit/>
        </a:bodyPr>
        <a:lstStyle/>
        <a:p>
          <a:pPr marL="0" lvl="0" indent="0" algn="l" defTabSz="488950">
            <a:lnSpc>
              <a:spcPct val="90000"/>
            </a:lnSpc>
            <a:spcBef>
              <a:spcPct val="0"/>
            </a:spcBef>
            <a:spcAft>
              <a:spcPct val="35000"/>
            </a:spcAft>
            <a:buNone/>
          </a:pPr>
          <a:r>
            <a:rPr lang="en-US" sz="1100" kern="1200" dirty="0">
              <a:ea typeface="+mn-ea"/>
              <a:cs typeface="+mn-cs"/>
            </a:rPr>
            <a:t>Completion of topic evaluation exercise</a:t>
          </a:r>
        </a:p>
      </dsp:txBody>
      <dsp:txXfrm>
        <a:off x="4756941" y="855332"/>
        <a:ext cx="1073146" cy="1241070"/>
      </dsp:txXfrm>
    </dsp:sp>
    <dsp:sp modelId="{66A4BEE1-C4C8-2146-B83A-D3860C7F84E3}">
      <dsp:nvSpPr>
        <dsp:cNvPr id="0" name=""/>
        <dsp:cNvSpPr/>
      </dsp:nvSpPr>
      <dsp:spPr>
        <a:xfrm>
          <a:off x="4756941" y="419280"/>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solidFill>
                <a:srgbClr val="0070C0"/>
              </a:solidFill>
              <a:ea typeface="+mn-ea"/>
              <a:cs typeface="+mn-cs"/>
            </a:rPr>
            <a:t>Dec. 25</a:t>
          </a:r>
        </a:p>
      </dsp:txBody>
      <dsp:txXfrm>
        <a:off x="4756941" y="419280"/>
        <a:ext cx="1073146" cy="436051"/>
      </dsp:txXfrm>
    </dsp:sp>
    <dsp:sp modelId="{C94FC733-F78A-C645-A271-9DC56C4941F5}">
      <dsp:nvSpPr>
        <dsp:cNvPr id="0" name=""/>
        <dsp:cNvSpPr/>
      </dsp:nvSpPr>
      <dsp:spPr>
        <a:xfrm>
          <a:off x="4563788" y="855332"/>
          <a:ext cx="0" cy="1241070"/>
        </a:xfrm>
        <a:prstGeom prst="line">
          <a:avLst/>
        </a:prstGeom>
        <a:noFill/>
        <a:ln w="12700" cap="flat" cmpd="sng" algn="ctr">
          <a:solidFill>
            <a:schemeClr val="accent2">
              <a:hueOff val="1288722"/>
              <a:satOff val="-3699"/>
              <a:lumOff val="-5922"/>
              <a:alphaOff val="0"/>
            </a:schemeClr>
          </a:solidFill>
          <a:prstDash val="dash"/>
          <a:miter lim="800000"/>
        </a:ln>
        <a:effectLst/>
      </dsp:spPr>
      <dsp:style>
        <a:lnRef idx="1">
          <a:scrgbClr r="0" g="0" b="0"/>
        </a:lnRef>
        <a:fillRef idx="0">
          <a:scrgbClr r="0" g="0" b="0"/>
        </a:fillRef>
        <a:effectRef idx="0">
          <a:scrgbClr r="0" g="0" b="0"/>
        </a:effectRef>
        <a:fontRef idx="minor"/>
      </dsp:style>
    </dsp:sp>
    <dsp:sp modelId="{78E8F1A5-FEC5-8541-AED9-35FE8DA3EB70}">
      <dsp:nvSpPr>
        <dsp:cNvPr id="0" name=""/>
        <dsp:cNvSpPr/>
      </dsp:nvSpPr>
      <dsp:spPr>
        <a:xfrm>
          <a:off x="4553895" y="2057157"/>
          <a:ext cx="69534" cy="78489"/>
        </a:xfrm>
        <a:prstGeom prst="ellipse">
          <a:avLst/>
        </a:prstGeom>
        <a:solidFill>
          <a:schemeClr val="accent2">
            <a:hueOff val="1288722"/>
            <a:satOff val="-3699"/>
            <a:lumOff val="-5922"/>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5ACE81-B26F-5248-BB4E-05816D09ECA6}">
      <dsp:nvSpPr>
        <dsp:cNvPr id="0" name=""/>
        <dsp:cNvSpPr/>
      </dsp:nvSpPr>
      <dsp:spPr>
        <a:xfrm rot="18900000">
          <a:off x="5154314" y="3418919"/>
          <a:ext cx="273158" cy="273158"/>
        </a:xfrm>
        <a:prstGeom prst="teardrop">
          <a:avLst>
            <a:gd name="adj" fmla="val 115000"/>
          </a:avLst>
        </a:prstGeom>
        <a:solidFill>
          <a:schemeClr val="accent2">
            <a:hueOff val="837720"/>
            <a:satOff val="140"/>
            <a:lumOff val="528"/>
            <a:alphaOff val="0"/>
          </a:schemeClr>
        </a:solidFill>
        <a:ln w="12700" cap="flat" cmpd="sng" algn="ctr">
          <a:solidFill>
            <a:schemeClr val="accent2">
              <a:hueOff val="837720"/>
              <a:satOff val="140"/>
              <a:lumOff val="5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CF6F3D-F378-0240-A9E0-4D13AFCF3E4A}">
      <dsp:nvSpPr>
        <dsp:cNvPr id="0" name=""/>
        <dsp:cNvSpPr/>
      </dsp:nvSpPr>
      <dsp:spPr>
        <a:xfrm>
          <a:off x="5184659" y="3449264"/>
          <a:ext cx="212467" cy="212467"/>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ACF96372-D5BF-A94D-97FA-D398F1B9B171}">
      <dsp:nvSpPr>
        <dsp:cNvPr id="0" name=""/>
        <dsp:cNvSpPr/>
      </dsp:nvSpPr>
      <dsp:spPr>
        <a:xfrm>
          <a:off x="5484045" y="209640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4775" rIns="0" bIns="69850" numCol="1" spcCol="1270" anchor="b" anchorCtr="0">
          <a:noAutofit/>
        </a:bodyPr>
        <a:lstStyle/>
        <a:p>
          <a:pPr marL="0" lvl="0" indent="0" algn="l" defTabSz="488950">
            <a:lnSpc>
              <a:spcPct val="90000"/>
            </a:lnSpc>
            <a:spcBef>
              <a:spcPct val="0"/>
            </a:spcBef>
            <a:spcAft>
              <a:spcPct val="35000"/>
            </a:spcAft>
            <a:buNone/>
          </a:pPr>
          <a:r>
            <a:rPr lang="en-US" sz="1100" kern="1200" dirty="0">
              <a:ea typeface="+mn-ea"/>
              <a:cs typeface="+mn-cs"/>
            </a:rPr>
            <a:t>Complete work/submit topic classification paper</a:t>
          </a:r>
        </a:p>
      </dsp:txBody>
      <dsp:txXfrm>
        <a:off x="5484045" y="2096402"/>
        <a:ext cx="1073146" cy="1241070"/>
      </dsp:txXfrm>
    </dsp:sp>
    <dsp:sp modelId="{A530B319-508F-0544-8549-5D3A0C754604}">
      <dsp:nvSpPr>
        <dsp:cNvPr id="0" name=""/>
        <dsp:cNvSpPr/>
      </dsp:nvSpPr>
      <dsp:spPr>
        <a:xfrm>
          <a:off x="5484045" y="3337472"/>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solidFill>
                <a:srgbClr val="0070C0"/>
              </a:solidFill>
              <a:ea typeface="+mn-ea"/>
              <a:cs typeface="+mn-cs"/>
            </a:rPr>
            <a:t>Feb. 26</a:t>
          </a:r>
        </a:p>
      </dsp:txBody>
      <dsp:txXfrm>
        <a:off x="5484045" y="3337472"/>
        <a:ext cx="1073146" cy="436051"/>
      </dsp:txXfrm>
    </dsp:sp>
    <dsp:sp modelId="{374AC2EA-0189-9C42-B62A-11D4B06B561D}">
      <dsp:nvSpPr>
        <dsp:cNvPr id="0" name=""/>
        <dsp:cNvSpPr/>
      </dsp:nvSpPr>
      <dsp:spPr>
        <a:xfrm>
          <a:off x="5290893" y="2096402"/>
          <a:ext cx="0" cy="1241070"/>
        </a:xfrm>
        <a:prstGeom prst="line">
          <a:avLst/>
        </a:prstGeom>
        <a:noFill/>
        <a:ln w="12700" cap="flat" cmpd="sng" algn="ctr">
          <a:solidFill>
            <a:schemeClr val="accent2">
              <a:hueOff val="2577445"/>
              <a:satOff val="-7397"/>
              <a:lumOff val="-11844"/>
              <a:alphaOff val="0"/>
            </a:schemeClr>
          </a:solidFill>
          <a:prstDash val="dash"/>
          <a:miter lim="800000"/>
        </a:ln>
        <a:effectLst/>
      </dsp:spPr>
      <dsp:style>
        <a:lnRef idx="1">
          <a:scrgbClr r="0" g="0" b="0"/>
        </a:lnRef>
        <a:fillRef idx="0">
          <a:scrgbClr r="0" g="0" b="0"/>
        </a:fillRef>
        <a:effectRef idx="0">
          <a:scrgbClr r="0" g="0" b="0"/>
        </a:effectRef>
        <a:fontRef idx="minor"/>
      </dsp:style>
    </dsp:sp>
    <dsp:sp modelId="{47B724AD-D5C5-6043-B8B0-60DEC10E86AF}">
      <dsp:nvSpPr>
        <dsp:cNvPr id="0" name=""/>
        <dsp:cNvSpPr/>
      </dsp:nvSpPr>
      <dsp:spPr>
        <a:xfrm>
          <a:off x="5280999" y="2057157"/>
          <a:ext cx="69534" cy="78489"/>
        </a:xfrm>
        <a:prstGeom prst="ellipse">
          <a:avLst/>
        </a:prstGeom>
        <a:solidFill>
          <a:schemeClr val="accent2">
            <a:hueOff val="2577445"/>
            <a:satOff val="-7397"/>
            <a:lumOff val="-11844"/>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2FEA44-A475-D048-BD8B-130C98AB50D4}">
      <dsp:nvSpPr>
        <dsp:cNvPr id="0" name=""/>
        <dsp:cNvSpPr/>
      </dsp:nvSpPr>
      <dsp:spPr>
        <a:xfrm rot="8100000">
          <a:off x="5881419" y="500727"/>
          <a:ext cx="273158" cy="273158"/>
        </a:xfrm>
        <a:prstGeom prst="teardrop">
          <a:avLst>
            <a:gd name="adj" fmla="val 115000"/>
          </a:avLst>
        </a:prstGeom>
        <a:solidFill>
          <a:schemeClr val="accent2">
            <a:hueOff val="957394"/>
            <a:satOff val="160"/>
            <a:lumOff val="604"/>
            <a:alphaOff val="0"/>
          </a:schemeClr>
        </a:solidFill>
        <a:ln w="12700" cap="flat" cmpd="sng" algn="ctr">
          <a:solidFill>
            <a:schemeClr val="accent2">
              <a:hueOff val="957394"/>
              <a:satOff val="160"/>
              <a:lumOff val="6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0DC1A5-21DD-6845-83D5-37CB08864B9C}">
      <dsp:nvSpPr>
        <dsp:cNvPr id="0" name=""/>
        <dsp:cNvSpPr/>
      </dsp:nvSpPr>
      <dsp:spPr>
        <a:xfrm>
          <a:off x="5911764" y="531072"/>
          <a:ext cx="212467" cy="212467"/>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1B509F09-BABC-2642-8182-0B69D2030B33}">
      <dsp:nvSpPr>
        <dsp:cNvPr id="0" name=""/>
        <dsp:cNvSpPr/>
      </dsp:nvSpPr>
      <dsp:spPr>
        <a:xfrm>
          <a:off x="6211150" y="85533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9850" rIns="69850" bIns="104775" numCol="1" spcCol="1270" anchor="t" anchorCtr="0">
          <a:noAutofit/>
        </a:bodyPr>
        <a:lstStyle/>
        <a:p>
          <a:pPr marL="0" lvl="0" indent="0" algn="l" defTabSz="488950">
            <a:lnSpc>
              <a:spcPct val="90000"/>
            </a:lnSpc>
            <a:spcBef>
              <a:spcPct val="0"/>
            </a:spcBef>
            <a:spcAft>
              <a:spcPct val="35000"/>
            </a:spcAft>
            <a:buNone/>
          </a:pPr>
          <a:r>
            <a:rPr lang="en-US" sz="1100" kern="1200" dirty="0">
              <a:highlight>
                <a:srgbClr val="FFFF00"/>
              </a:highlight>
              <a:ea typeface="+mn-ea"/>
              <a:cs typeface="+mn-cs"/>
            </a:rPr>
            <a:t>3</a:t>
          </a:r>
          <a:r>
            <a:rPr lang="en-US" sz="1100" kern="1200" baseline="30000" dirty="0">
              <a:highlight>
                <a:srgbClr val="FFFF00"/>
              </a:highlight>
              <a:ea typeface="+mn-ea"/>
              <a:cs typeface="+mn-cs"/>
            </a:rPr>
            <a:t>rd</a:t>
          </a:r>
          <a:r>
            <a:rPr lang="en-US" sz="1100" kern="1200" dirty="0">
              <a:highlight>
                <a:srgbClr val="FFFF00"/>
              </a:highlight>
              <a:ea typeface="+mn-ea"/>
              <a:cs typeface="+mn-cs"/>
            </a:rPr>
            <a:t> Stakeholder Group meeting </a:t>
          </a:r>
          <a:r>
            <a:rPr lang="en-US" sz="1100" kern="1200" dirty="0">
              <a:ea typeface="+mn-ea"/>
              <a:cs typeface="+mn-cs"/>
            </a:rPr>
            <a:t>to present progress on the other activities</a:t>
          </a:r>
          <a:endParaRPr lang="en-GB" sz="1100" kern="1200" dirty="0">
            <a:ea typeface="+mn-ea"/>
            <a:cs typeface="+mn-cs"/>
          </a:endParaRPr>
        </a:p>
      </dsp:txBody>
      <dsp:txXfrm>
        <a:off x="6211150" y="855332"/>
        <a:ext cx="1073146" cy="1241070"/>
      </dsp:txXfrm>
    </dsp:sp>
    <dsp:sp modelId="{A92B1C85-3F9F-694F-9D1F-08532C9B421B}">
      <dsp:nvSpPr>
        <dsp:cNvPr id="0" name=""/>
        <dsp:cNvSpPr/>
      </dsp:nvSpPr>
      <dsp:spPr>
        <a:xfrm>
          <a:off x="6211150" y="419280"/>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GB" sz="1500" kern="1200" dirty="0">
              <a:solidFill>
                <a:srgbClr val="0070C0"/>
              </a:solidFill>
              <a:ea typeface="+mn-ea"/>
              <a:cs typeface="+mn-cs"/>
            </a:rPr>
            <a:t>Apr. 26</a:t>
          </a:r>
        </a:p>
      </dsp:txBody>
      <dsp:txXfrm>
        <a:off x="6211150" y="419280"/>
        <a:ext cx="1073146" cy="436051"/>
      </dsp:txXfrm>
    </dsp:sp>
    <dsp:sp modelId="{296E668B-74D8-2142-82D3-CB0F865C0F20}">
      <dsp:nvSpPr>
        <dsp:cNvPr id="0" name=""/>
        <dsp:cNvSpPr/>
      </dsp:nvSpPr>
      <dsp:spPr>
        <a:xfrm>
          <a:off x="6017998" y="855332"/>
          <a:ext cx="0" cy="1241070"/>
        </a:xfrm>
        <a:prstGeom prst="line">
          <a:avLst/>
        </a:prstGeom>
        <a:noFill/>
        <a:ln w="12700" cap="flat" cmpd="sng" algn="ctr">
          <a:solidFill>
            <a:schemeClr val="accent2">
              <a:hueOff val="957394"/>
              <a:satOff val="160"/>
              <a:lumOff val="604"/>
              <a:alphaOff val="0"/>
            </a:schemeClr>
          </a:solidFill>
          <a:prstDash val="dash"/>
          <a:miter lim="800000"/>
        </a:ln>
        <a:effectLst/>
      </dsp:spPr>
      <dsp:style>
        <a:lnRef idx="1">
          <a:scrgbClr r="0" g="0" b="0"/>
        </a:lnRef>
        <a:fillRef idx="0">
          <a:scrgbClr r="0" g="0" b="0"/>
        </a:fillRef>
        <a:effectRef idx="0">
          <a:scrgbClr r="0" g="0" b="0"/>
        </a:effectRef>
        <a:fontRef idx="minor"/>
      </dsp:style>
    </dsp:sp>
    <dsp:sp modelId="{4F321C1C-E343-1C43-A3A1-A7199C447DE4}">
      <dsp:nvSpPr>
        <dsp:cNvPr id="0" name=""/>
        <dsp:cNvSpPr/>
      </dsp:nvSpPr>
      <dsp:spPr>
        <a:xfrm>
          <a:off x="6008104" y="2057157"/>
          <a:ext cx="69534" cy="78489"/>
        </a:xfrm>
        <a:prstGeom prst="ellipse">
          <a:avLst/>
        </a:prstGeom>
        <a:solidFill>
          <a:schemeClr val="accent2">
            <a:hueOff val="957394"/>
            <a:satOff val="160"/>
            <a:lumOff val="604"/>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4D01CC-36E3-044B-A8F4-48734849CF25}">
      <dsp:nvSpPr>
        <dsp:cNvPr id="0" name=""/>
        <dsp:cNvSpPr/>
      </dsp:nvSpPr>
      <dsp:spPr>
        <a:xfrm rot="18900000">
          <a:off x="6608523" y="3418919"/>
          <a:ext cx="273158" cy="273158"/>
        </a:xfrm>
        <a:prstGeom prst="teardrop">
          <a:avLst>
            <a:gd name="adj" fmla="val 115000"/>
          </a:avLst>
        </a:prstGeom>
        <a:solidFill>
          <a:schemeClr val="accent2">
            <a:hueOff val="1077068"/>
            <a:satOff val="180"/>
            <a:lumOff val="679"/>
            <a:alphaOff val="0"/>
          </a:schemeClr>
        </a:solidFill>
        <a:ln w="12700" cap="flat" cmpd="sng" algn="ctr">
          <a:solidFill>
            <a:schemeClr val="accent2">
              <a:hueOff val="1077068"/>
              <a:satOff val="180"/>
              <a:lumOff val="67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620722-37EF-C64B-BA95-34A546FAB1EA}">
      <dsp:nvSpPr>
        <dsp:cNvPr id="0" name=""/>
        <dsp:cNvSpPr/>
      </dsp:nvSpPr>
      <dsp:spPr>
        <a:xfrm>
          <a:off x="6638869" y="3449264"/>
          <a:ext cx="212467" cy="212467"/>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DAEAE5C3-FC0F-7544-8AF2-EB26BA256B43}">
      <dsp:nvSpPr>
        <dsp:cNvPr id="0" name=""/>
        <dsp:cNvSpPr/>
      </dsp:nvSpPr>
      <dsp:spPr>
        <a:xfrm>
          <a:off x="6938255" y="209640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4775" rIns="0" bIns="69850" numCol="1" spcCol="1270" anchor="b" anchorCtr="0">
          <a:noAutofit/>
        </a:bodyPr>
        <a:lstStyle/>
        <a:p>
          <a:pPr marL="0" lvl="0" indent="0" algn="l" defTabSz="488950">
            <a:lnSpc>
              <a:spcPct val="90000"/>
            </a:lnSpc>
            <a:spcBef>
              <a:spcPct val="0"/>
            </a:spcBef>
            <a:spcAft>
              <a:spcPct val="35000"/>
            </a:spcAft>
            <a:buNone/>
          </a:pPr>
          <a:r>
            <a:rPr lang="en-US" sz="1100" kern="1200" dirty="0">
              <a:ea typeface="+mn-ea"/>
              <a:cs typeface="+mn-cs"/>
            </a:rPr>
            <a:t>Submission of Confirmation of Status report</a:t>
          </a:r>
        </a:p>
      </dsp:txBody>
      <dsp:txXfrm>
        <a:off x="6938255" y="2096402"/>
        <a:ext cx="1073146" cy="1241070"/>
      </dsp:txXfrm>
    </dsp:sp>
    <dsp:sp modelId="{05532AEA-B284-B645-9DE4-0262E88A4BF9}">
      <dsp:nvSpPr>
        <dsp:cNvPr id="0" name=""/>
        <dsp:cNvSpPr/>
      </dsp:nvSpPr>
      <dsp:spPr>
        <a:xfrm>
          <a:off x="6938255" y="3337472"/>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ea typeface="+mn-ea"/>
              <a:cs typeface="+mn-cs"/>
            </a:rPr>
            <a:t>Jul. 26</a:t>
          </a:r>
        </a:p>
      </dsp:txBody>
      <dsp:txXfrm>
        <a:off x="6938255" y="3337472"/>
        <a:ext cx="1073146" cy="436051"/>
      </dsp:txXfrm>
    </dsp:sp>
    <dsp:sp modelId="{9E0B2110-0D41-BA4B-B761-F87217A5F13C}">
      <dsp:nvSpPr>
        <dsp:cNvPr id="0" name=""/>
        <dsp:cNvSpPr/>
      </dsp:nvSpPr>
      <dsp:spPr>
        <a:xfrm>
          <a:off x="6745103" y="2096402"/>
          <a:ext cx="0" cy="1241070"/>
        </a:xfrm>
        <a:prstGeom prst="line">
          <a:avLst/>
        </a:prstGeom>
        <a:noFill/>
        <a:ln w="12700" cap="flat" cmpd="sng" algn="ctr">
          <a:solidFill>
            <a:schemeClr val="accent2">
              <a:hueOff val="3866168"/>
              <a:satOff val="-11096"/>
              <a:lumOff val="-17765"/>
              <a:alphaOff val="0"/>
            </a:schemeClr>
          </a:solidFill>
          <a:prstDash val="dash"/>
          <a:miter lim="800000"/>
        </a:ln>
        <a:effectLst/>
      </dsp:spPr>
      <dsp:style>
        <a:lnRef idx="1">
          <a:scrgbClr r="0" g="0" b="0"/>
        </a:lnRef>
        <a:fillRef idx="0">
          <a:scrgbClr r="0" g="0" b="0"/>
        </a:fillRef>
        <a:effectRef idx="0">
          <a:scrgbClr r="0" g="0" b="0"/>
        </a:effectRef>
        <a:fontRef idx="minor"/>
      </dsp:style>
    </dsp:sp>
    <dsp:sp modelId="{88542F04-AD67-0D44-9467-DAA3EA70D31D}">
      <dsp:nvSpPr>
        <dsp:cNvPr id="0" name=""/>
        <dsp:cNvSpPr/>
      </dsp:nvSpPr>
      <dsp:spPr>
        <a:xfrm>
          <a:off x="6735209" y="2057157"/>
          <a:ext cx="69534" cy="78489"/>
        </a:xfrm>
        <a:prstGeom prst="ellipse">
          <a:avLst/>
        </a:prstGeom>
        <a:solidFill>
          <a:schemeClr val="accent2">
            <a:hueOff val="3866168"/>
            <a:satOff val="-11096"/>
            <a:lumOff val="-17765"/>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0F1426-BDE8-A14A-B4F9-9F6046388A0C}">
      <dsp:nvSpPr>
        <dsp:cNvPr id="0" name=""/>
        <dsp:cNvSpPr/>
      </dsp:nvSpPr>
      <dsp:spPr>
        <a:xfrm rot="8100000">
          <a:off x="7335628" y="500727"/>
          <a:ext cx="273158" cy="273158"/>
        </a:xfrm>
        <a:prstGeom prst="teardrop">
          <a:avLst>
            <a:gd name="adj" fmla="val 115000"/>
          </a:avLst>
        </a:prstGeom>
        <a:solidFill>
          <a:schemeClr val="accent2">
            <a:hueOff val="1196742"/>
            <a:satOff val="200"/>
            <a:lumOff val="755"/>
            <a:alphaOff val="0"/>
          </a:schemeClr>
        </a:solidFill>
        <a:ln w="12700" cap="flat" cmpd="sng" algn="ctr">
          <a:solidFill>
            <a:schemeClr val="accent2">
              <a:hueOff val="1196742"/>
              <a:satOff val="200"/>
              <a:lumOff val="75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E3EA27-30E6-5848-AF6A-08B9E3F2767A}">
      <dsp:nvSpPr>
        <dsp:cNvPr id="0" name=""/>
        <dsp:cNvSpPr/>
      </dsp:nvSpPr>
      <dsp:spPr>
        <a:xfrm>
          <a:off x="7365974" y="531072"/>
          <a:ext cx="212467" cy="212467"/>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14683F49-81A9-A648-98F9-4A5C9BB04627}">
      <dsp:nvSpPr>
        <dsp:cNvPr id="0" name=""/>
        <dsp:cNvSpPr/>
      </dsp:nvSpPr>
      <dsp:spPr>
        <a:xfrm>
          <a:off x="7665359" y="85533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9850" rIns="69850" bIns="104775" numCol="1" spcCol="1270" anchor="t" anchorCtr="0">
          <a:noAutofit/>
        </a:bodyPr>
        <a:lstStyle/>
        <a:p>
          <a:pPr marL="0" lvl="0" indent="0" algn="l" defTabSz="488950">
            <a:lnSpc>
              <a:spcPct val="90000"/>
            </a:lnSpc>
            <a:spcBef>
              <a:spcPct val="0"/>
            </a:spcBef>
            <a:spcAft>
              <a:spcPct val="35000"/>
            </a:spcAft>
            <a:buNone/>
          </a:pPr>
          <a:r>
            <a:rPr lang="en-GB" sz="1100" kern="1200" dirty="0">
              <a:ea typeface="+mn-ea"/>
              <a:cs typeface="+mn-cs"/>
            </a:rPr>
            <a:t>NOBUGS 15</a:t>
          </a:r>
        </a:p>
      </dsp:txBody>
      <dsp:txXfrm>
        <a:off x="7665359" y="855332"/>
        <a:ext cx="1073146" cy="1241070"/>
      </dsp:txXfrm>
    </dsp:sp>
    <dsp:sp modelId="{4F44447F-835A-8440-89FC-CE60EDD9CC48}">
      <dsp:nvSpPr>
        <dsp:cNvPr id="0" name=""/>
        <dsp:cNvSpPr/>
      </dsp:nvSpPr>
      <dsp:spPr>
        <a:xfrm>
          <a:off x="7665359" y="419280"/>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GB" sz="1500" kern="1200" dirty="0">
              <a:ea typeface="+mn-ea"/>
              <a:cs typeface="+mn-cs"/>
            </a:rPr>
            <a:t>Sep. 26</a:t>
          </a:r>
        </a:p>
      </dsp:txBody>
      <dsp:txXfrm>
        <a:off x="7665359" y="419280"/>
        <a:ext cx="1073146" cy="436051"/>
      </dsp:txXfrm>
    </dsp:sp>
    <dsp:sp modelId="{39454753-CC81-E843-B0BC-59F477E37CE7}">
      <dsp:nvSpPr>
        <dsp:cNvPr id="0" name=""/>
        <dsp:cNvSpPr/>
      </dsp:nvSpPr>
      <dsp:spPr>
        <a:xfrm>
          <a:off x="7472207" y="855332"/>
          <a:ext cx="0" cy="1241070"/>
        </a:xfrm>
        <a:prstGeom prst="line">
          <a:avLst/>
        </a:prstGeom>
        <a:noFill/>
        <a:ln w="12700" cap="flat" cmpd="sng" algn="ctr">
          <a:solidFill>
            <a:schemeClr val="accent2">
              <a:hueOff val="1196742"/>
              <a:satOff val="200"/>
              <a:lumOff val="755"/>
              <a:alphaOff val="0"/>
            </a:schemeClr>
          </a:solidFill>
          <a:prstDash val="dash"/>
          <a:miter lim="800000"/>
        </a:ln>
        <a:effectLst/>
      </dsp:spPr>
      <dsp:style>
        <a:lnRef idx="1">
          <a:scrgbClr r="0" g="0" b="0"/>
        </a:lnRef>
        <a:fillRef idx="0">
          <a:scrgbClr r="0" g="0" b="0"/>
        </a:fillRef>
        <a:effectRef idx="0">
          <a:scrgbClr r="0" g="0" b="0"/>
        </a:effectRef>
        <a:fontRef idx="minor"/>
      </dsp:style>
    </dsp:sp>
    <dsp:sp modelId="{21670182-526F-C544-983E-27173604839B}">
      <dsp:nvSpPr>
        <dsp:cNvPr id="0" name=""/>
        <dsp:cNvSpPr/>
      </dsp:nvSpPr>
      <dsp:spPr>
        <a:xfrm>
          <a:off x="7462314" y="2057157"/>
          <a:ext cx="69534" cy="78489"/>
        </a:xfrm>
        <a:prstGeom prst="ellipse">
          <a:avLst/>
        </a:prstGeom>
        <a:solidFill>
          <a:schemeClr val="accent2">
            <a:hueOff val="1196742"/>
            <a:satOff val="200"/>
            <a:lumOff val="755"/>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23D8B8-6CB6-C04E-922C-9E03C30C60E3}">
      <dsp:nvSpPr>
        <dsp:cNvPr id="0" name=""/>
        <dsp:cNvSpPr/>
      </dsp:nvSpPr>
      <dsp:spPr>
        <a:xfrm rot="18900000">
          <a:off x="8062733" y="3418919"/>
          <a:ext cx="273158" cy="273158"/>
        </a:xfrm>
        <a:prstGeom prst="teardrop">
          <a:avLst>
            <a:gd name="adj" fmla="val 115000"/>
          </a:avLst>
        </a:prstGeom>
        <a:solidFill>
          <a:schemeClr val="accent2">
            <a:hueOff val="1316417"/>
            <a:satOff val="220"/>
            <a:lumOff val="830"/>
            <a:alphaOff val="0"/>
          </a:schemeClr>
        </a:solidFill>
        <a:ln w="12700" cap="flat" cmpd="sng" algn="ctr">
          <a:solidFill>
            <a:schemeClr val="accent2">
              <a:hueOff val="1316417"/>
              <a:satOff val="220"/>
              <a:lumOff val="83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0CF061-179D-754B-BB73-9D164F5A7F3A}">
      <dsp:nvSpPr>
        <dsp:cNvPr id="0" name=""/>
        <dsp:cNvSpPr/>
      </dsp:nvSpPr>
      <dsp:spPr>
        <a:xfrm>
          <a:off x="8093078" y="3449264"/>
          <a:ext cx="212467" cy="212467"/>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DC868E6A-3B05-B54A-A410-23A70AEB8370}">
      <dsp:nvSpPr>
        <dsp:cNvPr id="0" name=""/>
        <dsp:cNvSpPr/>
      </dsp:nvSpPr>
      <dsp:spPr>
        <a:xfrm>
          <a:off x="8392464" y="209640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4775" rIns="0" bIns="69850" numCol="1" spcCol="1270" anchor="b" anchorCtr="0">
          <a:noAutofit/>
        </a:bodyPr>
        <a:lstStyle/>
        <a:p>
          <a:pPr marL="0" lvl="0" indent="0" algn="l" defTabSz="488950">
            <a:lnSpc>
              <a:spcPct val="90000"/>
            </a:lnSpc>
            <a:spcBef>
              <a:spcPct val="0"/>
            </a:spcBef>
            <a:spcAft>
              <a:spcPct val="35000"/>
            </a:spcAft>
            <a:buNone/>
          </a:pPr>
          <a:r>
            <a:rPr lang="en-GB" sz="1100" kern="1200" dirty="0">
              <a:highlight>
                <a:srgbClr val="FFFF00"/>
              </a:highlight>
              <a:ea typeface="+mn-ea"/>
              <a:cs typeface="+mn-cs"/>
            </a:rPr>
            <a:t>4th Stakeholder Group meeting</a:t>
          </a:r>
        </a:p>
      </dsp:txBody>
      <dsp:txXfrm>
        <a:off x="8392464" y="2096402"/>
        <a:ext cx="1073146" cy="1241070"/>
      </dsp:txXfrm>
    </dsp:sp>
    <dsp:sp modelId="{12E05C7B-87AD-9A43-BA31-24165A9C660B}">
      <dsp:nvSpPr>
        <dsp:cNvPr id="0" name=""/>
        <dsp:cNvSpPr/>
      </dsp:nvSpPr>
      <dsp:spPr>
        <a:xfrm>
          <a:off x="8392464" y="3337472"/>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GB" sz="1500" kern="1200" dirty="0">
              <a:ea typeface="+mn-ea"/>
              <a:cs typeface="+mn-cs"/>
            </a:rPr>
            <a:t>Oct. 26</a:t>
          </a:r>
        </a:p>
      </dsp:txBody>
      <dsp:txXfrm>
        <a:off x="8392464" y="3337472"/>
        <a:ext cx="1073146" cy="436051"/>
      </dsp:txXfrm>
    </dsp:sp>
    <dsp:sp modelId="{865F3BEB-9DE0-4C47-86E8-F307E803393D}">
      <dsp:nvSpPr>
        <dsp:cNvPr id="0" name=""/>
        <dsp:cNvSpPr/>
      </dsp:nvSpPr>
      <dsp:spPr>
        <a:xfrm>
          <a:off x="8199312" y="2096402"/>
          <a:ext cx="0" cy="1241070"/>
        </a:xfrm>
        <a:prstGeom prst="line">
          <a:avLst/>
        </a:prstGeom>
        <a:noFill/>
        <a:ln w="12700" cap="flat" cmpd="sng" algn="ctr">
          <a:solidFill>
            <a:schemeClr val="accent2">
              <a:hueOff val="1316417"/>
              <a:satOff val="220"/>
              <a:lumOff val="830"/>
              <a:alphaOff val="0"/>
            </a:schemeClr>
          </a:solidFill>
          <a:prstDash val="dash"/>
          <a:miter lim="800000"/>
        </a:ln>
        <a:effectLst/>
      </dsp:spPr>
      <dsp:style>
        <a:lnRef idx="1">
          <a:scrgbClr r="0" g="0" b="0"/>
        </a:lnRef>
        <a:fillRef idx="0">
          <a:scrgbClr r="0" g="0" b="0"/>
        </a:fillRef>
        <a:effectRef idx="0">
          <a:scrgbClr r="0" g="0" b="0"/>
        </a:effectRef>
        <a:fontRef idx="minor"/>
      </dsp:style>
    </dsp:sp>
    <dsp:sp modelId="{9F7C8D78-F1B3-EC47-84E0-8E9617A1920D}">
      <dsp:nvSpPr>
        <dsp:cNvPr id="0" name=""/>
        <dsp:cNvSpPr/>
      </dsp:nvSpPr>
      <dsp:spPr>
        <a:xfrm>
          <a:off x="8189418" y="2057157"/>
          <a:ext cx="69534" cy="78489"/>
        </a:xfrm>
        <a:prstGeom prst="ellipse">
          <a:avLst/>
        </a:prstGeom>
        <a:solidFill>
          <a:schemeClr val="accent2">
            <a:hueOff val="1316417"/>
            <a:satOff val="220"/>
            <a:lumOff val="83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537C20-B1A4-2A4B-9817-4A94F25043C2}">
      <dsp:nvSpPr>
        <dsp:cNvPr id="0" name=""/>
        <dsp:cNvSpPr/>
      </dsp:nvSpPr>
      <dsp:spPr>
        <a:xfrm rot="8100000">
          <a:off x="8789837" y="500727"/>
          <a:ext cx="273158" cy="273158"/>
        </a:xfrm>
        <a:prstGeom prst="teardrop">
          <a:avLst>
            <a:gd name="adj" fmla="val 115000"/>
          </a:avLst>
        </a:prstGeom>
        <a:solidFill>
          <a:schemeClr val="accent2">
            <a:hueOff val="1436091"/>
            <a:satOff val="240"/>
            <a:lumOff val="906"/>
            <a:alphaOff val="0"/>
          </a:schemeClr>
        </a:solidFill>
        <a:ln w="12700" cap="flat" cmpd="sng" algn="ctr">
          <a:solidFill>
            <a:schemeClr val="accent2">
              <a:hueOff val="1436091"/>
              <a:satOff val="240"/>
              <a:lumOff val="9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06E48C-C71D-D04D-82C7-D8D950A58ABA}">
      <dsp:nvSpPr>
        <dsp:cNvPr id="0" name=""/>
        <dsp:cNvSpPr/>
      </dsp:nvSpPr>
      <dsp:spPr>
        <a:xfrm>
          <a:off x="8820183" y="531072"/>
          <a:ext cx="212467" cy="212467"/>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2B87FA0D-8251-5540-965C-9C5CA71264A8}">
      <dsp:nvSpPr>
        <dsp:cNvPr id="0" name=""/>
        <dsp:cNvSpPr/>
      </dsp:nvSpPr>
      <dsp:spPr>
        <a:xfrm>
          <a:off x="9119569" y="85533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9850" rIns="69850" bIns="104775" numCol="1" spcCol="1270" anchor="t" anchorCtr="0">
          <a:noAutofit/>
        </a:bodyPr>
        <a:lstStyle/>
        <a:p>
          <a:pPr marL="0" lvl="0" indent="0" algn="l" defTabSz="488950">
            <a:lnSpc>
              <a:spcPct val="90000"/>
            </a:lnSpc>
            <a:spcBef>
              <a:spcPct val="0"/>
            </a:spcBef>
            <a:spcAft>
              <a:spcPct val="35000"/>
            </a:spcAft>
            <a:buNone/>
          </a:pPr>
          <a:r>
            <a:rPr lang="en-GB" sz="1100" kern="1200" dirty="0">
              <a:highlight>
                <a:srgbClr val="FFFF00"/>
              </a:highlight>
              <a:ea typeface="+mn-ea"/>
              <a:cs typeface="+mn-cs"/>
            </a:rPr>
            <a:t>5th Stakeholder Group meeting</a:t>
          </a:r>
        </a:p>
      </dsp:txBody>
      <dsp:txXfrm>
        <a:off x="9119569" y="855332"/>
        <a:ext cx="1073146" cy="1241070"/>
      </dsp:txXfrm>
    </dsp:sp>
    <dsp:sp modelId="{E50A6511-2C92-B348-A512-30F20AD2FB1B}">
      <dsp:nvSpPr>
        <dsp:cNvPr id="0" name=""/>
        <dsp:cNvSpPr/>
      </dsp:nvSpPr>
      <dsp:spPr>
        <a:xfrm>
          <a:off x="9119569" y="419280"/>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GB" sz="1500" kern="1200" dirty="0">
              <a:ea typeface="+mn-ea"/>
              <a:cs typeface="+mn-cs"/>
            </a:rPr>
            <a:t>Apr. 27</a:t>
          </a:r>
        </a:p>
      </dsp:txBody>
      <dsp:txXfrm>
        <a:off x="9119569" y="419280"/>
        <a:ext cx="1073146" cy="436051"/>
      </dsp:txXfrm>
    </dsp:sp>
    <dsp:sp modelId="{3F7ED815-E825-E54E-8EE0-9E41057E9CE6}">
      <dsp:nvSpPr>
        <dsp:cNvPr id="0" name=""/>
        <dsp:cNvSpPr/>
      </dsp:nvSpPr>
      <dsp:spPr>
        <a:xfrm>
          <a:off x="8926417" y="855332"/>
          <a:ext cx="0" cy="1241070"/>
        </a:xfrm>
        <a:prstGeom prst="line">
          <a:avLst/>
        </a:prstGeom>
        <a:noFill/>
        <a:ln w="12700" cap="flat" cmpd="sng" algn="ctr">
          <a:solidFill>
            <a:schemeClr val="accent2">
              <a:hueOff val="1436091"/>
              <a:satOff val="240"/>
              <a:lumOff val="906"/>
              <a:alphaOff val="0"/>
            </a:schemeClr>
          </a:solidFill>
          <a:prstDash val="dash"/>
          <a:miter lim="800000"/>
        </a:ln>
        <a:effectLst/>
      </dsp:spPr>
      <dsp:style>
        <a:lnRef idx="1">
          <a:scrgbClr r="0" g="0" b="0"/>
        </a:lnRef>
        <a:fillRef idx="0">
          <a:scrgbClr r="0" g="0" b="0"/>
        </a:fillRef>
        <a:effectRef idx="0">
          <a:scrgbClr r="0" g="0" b="0"/>
        </a:effectRef>
        <a:fontRef idx="minor"/>
      </dsp:style>
    </dsp:sp>
    <dsp:sp modelId="{2698128E-28D4-1246-8005-B0A3ACAFF68D}">
      <dsp:nvSpPr>
        <dsp:cNvPr id="0" name=""/>
        <dsp:cNvSpPr/>
      </dsp:nvSpPr>
      <dsp:spPr>
        <a:xfrm>
          <a:off x="8916523" y="2057157"/>
          <a:ext cx="69534" cy="78489"/>
        </a:xfrm>
        <a:prstGeom prst="ellipse">
          <a:avLst/>
        </a:prstGeom>
        <a:solidFill>
          <a:schemeClr val="accent2">
            <a:hueOff val="1436091"/>
            <a:satOff val="240"/>
            <a:lumOff val="906"/>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0F2E71-E5AC-1F4E-8381-10F46813A0CF}">
      <dsp:nvSpPr>
        <dsp:cNvPr id="0" name=""/>
        <dsp:cNvSpPr/>
      </dsp:nvSpPr>
      <dsp:spPr>
        <a:xfrm rot="18900000">
          <a:off x="9516942" y="3418919"/>
          <a:ext cx="273158" cy="273158"/>
        </a:xfrm>
        <a:prstGeom prst="teardrop">
          <a:avLst>
            <a:gd name="adj" fmla="val 115000"/>
          </a:avLst>
        </a:prstGeom>
        <a:solidFill>
          <a:schemeClr val="accent2">
            <a:hueOff val="1555765"/>
            <a:satOff val="260"/>
            <a:lumOff val="981"/>
            <a:alphaOff val="0"/>
          </a:schemeClr>
        </a:solidFill>
        <a:ln w="12700" cap="flat" cmpd="sng" algn="ctr">
          <a:solidFill>
            <a:schemeClr val="accent2">
              <a:hueOff val="1555765"/>
              <a:satOff val="260"/>
              <a:lumOff val="9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ED766B-8DB9-214F-A6CE-0C699D9E50CC}">
      <dsp:nvSpPr>
        <dsp:cNvPr id="0" name=""/>
        <dsp:cNvSpPr/>
      </dsp:nvSpPr>
      <dsp:spPr>
        <a:xfrm>
          <a:off x="9547288" y="3449264"/>
          <a:ext cx="212467" cy="212467"/>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7C4ADF1C-42F3-0648-8AF9-F78463522882}">
      <dsp:nvSpPr>
        <dsp:cNvPr id="0" name=""/>
        <dsp:cNvSpPr/>
      </dsp:nvSpPr>
      <dsp:spPr>
        <a:xfrm>
          <a:off x="9846673" y="2096402"/>
          <a:ext cx="1073146" cy="124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4775" rIns="0" bIns="69850" numCol="1" spcCol="1270" anchor="b" anchorCtr="0">
          <a:noAutofit/>
        </a:bodyPr>
        <a:lstStyle/>
        <a:p>
          <a:pPr marL="0" lvl="0" indent="0" algn="l" defTabSz="488950">
            <a:lnSpc>
              <a:spcPct val="90000"/>
            </a:lnSpc>
            <a:spcBef>
              <a:spcPct val="0"/>
            </a:spcBef>
            <a:spcAft>
              <a:spcPct val="35000"/>
            </a:spcAft>
            <a:buNone/>
          </a:pPr>
          <a:r>
            <a:rPr lang="en-US" sz="1100" kern="1200" dirty="0">
              <a:ea typeface="+mn-ea"/>
              <a:cs typeface="+mn-cs"/>
            </a:rPr>
            <a:t>Deadline for submission of thesis</a:t>
          </a:r>
        </a:p>
      </dsp:txBody>
      <dsp:txXfrm>
        <a:off x="9846673" y="2096402"/>
        <a:ext cx="1073146" cy="1241070"/>
      </dsp:txXfrm>
    </dsp:sp>
    <dsp:sp modelId="{50845C47-EB6B-8347-87E9-19DE2F2FFF82}">
      <dsp:nvSpPr>
        <dsp:cNvPr id="0" name=""/>
        <dsp:cNvSpPr/>
      </dsp:nvSpPr>
      <dsp:spPr>
        <a:xfrm>
          <a:off x="9846673" y="3337472"/>
          <a:ext cx="1073146" cy="436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latin typeface="Neue Haas Grotesk Text Pro"/>
              <a:ea typeface="+mn-ea"/>
              <a:cs typeface="+mn-cs"/>
            </a:rPr>
            <a:t>Jul</a:t>
          </a:r>
          <a:r>
            <a:rPr lang="en-US" sz="1500" kern="1200" dirty="0">
              <a:ea typeface="+mn-ea"/>
              <a:cs typeface="+mn-cs"/>
            </a:rPr>
            <a:t>. 27</a:t>
          </a:r>
        </a:p>
      </dsp:txBody>
      <dsp:txXfrm>
        <a:off x="9846673" y="3337472"/>
        <a:ext cx="1073146" cy="436051"/>
      </dsp:txXfrm>
    </dsp:sp>
    <dsp:sp modelId="{06B65CC6-6C0B-AE41-BEAE-0493B37A5784}">
      <dsp:nvSpPr>
        <dsp:cNvPr id="0" name=""/>
        <dsp:cNvSpPr/>
      </dsp:nvSpPr>
      <dsp:spPr>
        <a:xfrm>
          <a:off x="9653521" y="2096402"/>
          <a:ext cx="0" cy="1241070"/>
        </a:xfrm>
        <a:prstGeom prst="line">
          <a:avLst/>
        </a:prstGeom>
        <a:noFill/>
        <a:ln w="12700" cap="flat" cmpd="sng" algn="ctr">
          <a:solidFill>
            <a:schemeClr val="accent2">
              <a:hueOff val="6443612"/>
              <a:satOff val="-18493"/>
              <a:lumOff val="-29609"/>
              <a:alphaOff val="0"/>
            </a:schemeClr>
          </a:solidFill>
          <a:prstDash val="dash"/>
          <a:miter lim="800000"/>
        </a:ln>
        <a:effectLst/>
      </dsp:spPr>
      <dsp:style>
        <a:lnRef idx="1">
          <a:scrgbClr r="0" g="0" b="0"/>
        </a:lnRef>
        <a:fillRef idx="0">
          <a:scrgbClr r="0" g="0" b="0"/>
        </a:fillRef>
        <a:effectRef idx="0">
          <a:scrgbClr r="0" g="0" b="0"/>
        </a:effectRef>
        <a:fontRef idx="minor"/>
      </dsp:style>
    </dsp:sp>
    <dsp:sp modelId="{5FB623CA-183E-6C4C-9B09-474AD93C1D10}">
      <dsp:nvSpPr>
        <dsp:cNvPr id="0" name=""/>
        <dsp:cNvSpPr/>
      </dsp:nvSpPr>
      <dsp:spPr>
        <a:xfrm>
          <a:off x="9643628" y="2057157"/>
          <a:ext cx="69534" cy="78489"/>
        </a:xfrm>
        <a:prstGeom prst="ellipse">
          <a:avLst/>
        </a:prstGeom>
        <a:solidFill>
          <a:schemeClr val="accent2">
            <a:hueOff val="6443612"/>
            <a:satOff val="-18493"/>
            <a:lumOff val="-29609"/>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58606D-9C9A-A24E-8F8F-C0CC356554F2}">
      <dsp:nvSpPr>
        <dsp:cNvPr id="0" name=""/>
        <dsp:cNvSpPr/>
      </dsp:nvSpPr>
      <dsp:spPr>
        <a:xfrm>
          <a:off x="1841310" y="749709"/>
          <a:ext cx="721031" cy="343145"/>
        </a:xfrm>
        <a:custGeom>
          <a:avLst/>
          <a:gdLst/>
          <a:ahLst/>
          <a:cxnLst/>
          <a:rect l="0" t="0" r="0" b="0"/>
          <a:pathLst>
            <a:path>
              <a:moveTo>
                <a:pt x="0" y="0"/>
              </a:moveTo>
              <a:lnTo>
                <a:pt x="0" y="233843"/>
              </a:lnTo>
              <a:lnTo>
                <a:pt x="721031" y="233843"/>
              </a:lnTo>
              <a:lnTo>
                <a:pt x="721031" y="3431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AA39D3-4B2C-314F-A93C-4AEDAE869C1F}">
      <dsp:nvSpPr>
        <dsp:cNvPr id="0" name=""/>
        <dsp:cNvSpPr/>
      </dsp:nvSpPr>
      <dsp:spPr>
        <a:xfrm>
          <a:off x="1120279" y="749709"/>
          <a:ext cx="721031" cy="343145"/>
        </a:xfrm>
        <a:custGeom>
          <a:avLst/>
          <a:gdLst/>
          <a:ahLst/>
          <a:cxnLst/>
          <a:rect l="0" t="0" r="0" b="0"/>
          <a:pathLst>
            <a:path>
              <a:moveTo>
                <a:pt x="721031" y="0"/>
              </a:moveTo>
              <a:lnTo>
                <a:pt x="721031" y="233843"/>
              </a:lnTo>
              <a:lnTo>
                <a:pt x="0" y="233843"/>
              </a:lnTo>
              <a:lnTo>
                <a:pt x="0" y="3431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CAD7DA-D871-4B4B-A00D-A648E4419A28}">
      <dsp:nvSpPr>
        <dsp:cNvPr id="0" name=""/>
        <dsp:cNvSpPr/>
      </dsp:nvSpPr>
      <dsp:spPr>
        <a:xfrm>
          <a:off x="1251376" y="492"/>
          <a:ext cx="1179869" cy="74921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0A22BF-D788-254A-8196-A67FCA7829B3}">
      <dsp:nvSpPr>
        <dsp:cNvPr id="0" name=""/>
        <dsp:cNvSpPr/>
      </dsp:nvSpPr>
      <dsp:spPr>
        <a:xfrm>
          <a:off x="1382472" y="125034"/>
          <a:ext cx="1179869" cy="74921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x-ray probe</a:t>
          </a:r>
        </a:p>
      </dsp:txBody>
      <dsp:txXfrm>
        <a:off x="1404416" y="146978"/>
        <a:ext cx="1135981" cy="705328"/>
      </dsp:txXfrm>
    </dsp:sp>
    <dsp:sp modelId="{2E3AF8B3-6F59-8042-AB99-D5C102BDACF4}">
      <dsp:nvSpPr>
        <dsp:cNvPr id="0" name=""/>
        <dsp:cNvSpPr/>
      </dsp:nvSpPr>
      <dsp:spPr>
        <a:xfrm>
          <a:off x="530345" y="1092854"/>
          <a:ext cx="1179869" cy="74921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D98E1A-40DB-9D40-B1F0-256008BCAE3E}">
      <dsp:nvSpPr>
        <dsp:cNvPr id="0" name=""/>
        <dsp:cNvSpPr/>
      </dsp:nvSpPr>
      <dsp:spPr>
        <a:xfrm>
          <a:off x="661441" y="1217396"/>
          <a:ext cx="1179869" cy="74921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x-ray scattering</a:t>
          </a:r>
        </a:p>
      </dsp:txBody>
      <dsp:txXfrm>
        <a:off x="683385" y="1239340"/>
        <a:ext cx="1135981" cy="705328"/>
      </dsp:txXfrm>
    </dsp:sp>
    <dsp:sp modelId="{AE0828A3-7391-314B-BFAD-B1B7A137DEB6}">
      <dsp:nvSpPr>
        <dsp:cNvPr id="0" name=""/>
        <dsp:cNvSpPr/>
      </dsp:nvSpPr>
      <dsp:spPr>
        <a:xfrm>
          <a:off x="1972407" y="1092854"/>
          <a:ext cx="1179869" cy="74921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1058A3-B93C-F746-B66B-40CE68B876AD}">
      <dsp:nvSpPr>
        <dsp:cNvPr id="0" name=""/>
        <dsp:cNvSpPr/>
      </dsp:nvSpPr>
      <dsp:spPr>
        <a:xfrm>
          <a:off x="2103503" y="1217396"/>
          <a:ext cx="1179869" cy="74921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inelastic x-ray scattering</a:t>
          </a:r>
        </a:p>
      </dsp:txBody>
      <dsp:txXfrm>
        <a:off x="2125447" y="1239340"/>
        <a:ext cx="1135981" cy="7053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C1D5F9-2962-E84A-9629-E9F4326834E2}">
      <dsp:nvSpPr>
        <dsp:cNvPr id="0" name=""/>
        <dsp:cNvSpPr/>
      </dsp:nvSpPr>
      <dsp:spPr>
        <a:xfrm>
          <a:off x="1916262" y="1762809"/>
          <a:ext cx="91440" cy="324379"/>
        </a:xfrm>
        <a:custGeom>
          <a:avLst/>
          <a:gdLst/>
          <a:ahLst/>
          <a:cxnLst/>
          <a:rect l="0" t="0" r="0" b="0"/>
          <a:pathLst>
            <a:path>
              <a:moveTo>
                <a:pt x="45720" y="0"/>
              </a:moveTo>
              <a:lnTo>
                <a:pt x="45720" y="324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AA39D3-4B2C-314F-A93C-4AEDAE869C1F}">
      <dsp:nvSpPr>
        <dsp:cNvPr id="0" name=""/>
        <dsp:cNvSpPr/>
      </dsp:nvSpPr>
      <dsp:spPr>
        <a:xfrm>
          <a:off x="1916262" y="727175"/>
          <a:ext cx="91440" cy="324379"/>
        </a:xfrm>
        <a:custGeom>
          <a:avLst/>
          <a:gdLst/>
          <a:ahLst/>
          <a:cxnLst/>
          <a:rect l="0" t="0" r="0" b="0"/>
          <a:pathLst>
            <a:path>
              <a:moveTo>
                <a:pt x="45720" y="0"/>
              </a:moveTo>
              <a:lnTo>
                <a:pt x="45720" y="324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CAD7DA-D871-4B4B-A00D-A648E4419A28}">
      <dsp:nvSpPr>
        <dsp:cNvPr id="0" name=""/>
        <dsp:cNvSpPr/>
      </dsp:nvSpPr>
      <dsp:spPr>
        <a:xfrm>
          <a:off x="1404310" y="984"/>
          <a:ext cx="1115344" cy="7261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0A22BF-D788-254A-8196-A67FCA7829B3}">
      <dsp:nvSpPr>
        <dsp:cNvPr id="0" name=""/>
        <dsp:cNvSpPr/>
      </dsp:nvSpPr>
      <dsp:spPr>
        <a:xfrm>
          <a:off x="1528237" y="118715"/>
          <a:ext cx="1115344" cy="72619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x-ray probe</a:t>
          </a:r>
        </a:p>
      </dsp:txBody>
      <dsp:txXfrm>
        <a:off x="1549506" y="139984"/>
        <a:ext cx="1072806" cy="683652"/>
      </dsp:txXfrm>
    </dsp:sp>
    <dsp:sp modelId="{2E3AF8B3-6F59-8042-AB99-D5C102BDACF4}">
      <dsp:nvSpPr>
        <dsp:cNvPr id="0" name=""/>
        <dsp:cNvSpPr/>
      </dsp:nvSpPr>
      <dsp:spPr>
        <a:xfrm>
          <a:off x="1404310" y="1051555"/>
          <a:ext cx="1115344" cy="7112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D98E1A-40DB-9D40-B1F0-256008BCAE3E}">
      <dsp:nvSpPr>
        <dsp:cNvPr id="0" name=""/>
        <dsp:cNvSpPr/>
      </dsp:nvSpPr>
      <dsp:spPr>
        <a:xfrm>
          <a:off x="1528237" y="1169286"/>
          <a:ext cx="1115344" cy="71125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x-ray scattering</a:t>
          </a:r>
        </a:p>
      </dsp:txBody>
      <dsp:txXfrm>
        <a:off x="1549069" y="1190118"/>
        <a:ext cx="1073680" cy="669589"/>
      </dsp:txXfrm>
    </dsp:sp>
    <dsp:sp modelId="{28BF992C-2DD6-CB43-8E71-C1C2E949DE56}">
      <dsp:nvSpPr>
        <dsp:cNvPr id="0" name=""/>
        <dsp:cNvSpPr/>
      </dsp:nvSpPr>
      <dsp:spPr>
        <a:xfrm>
          <a:off x="1404310" y="2087188"/>
          <a:ext cx="1115344" cy="71199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99473E-9738-5A4D-AEF8-0A71A70BEA58}">
      <dsp:nvSpPr>
        <dsp:cNvPr id="0" name=""/>
        <dsp:cNvSpPr/>
      </dsp:nvSpPr>
      <dsp:spPr>
        <a:xfrm>
          <a:off x="1528237" y="2204919"/>
          <a:ext cx="1115344" cy="71199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inelastic x-ray scattering</a:t>
          </a:r>
        </a:p>
      </dsp:txBody>
      <dsp:txXfrm>
        <a:off x="1549091" y="2225773"/>
        <a:ext cx="1073636" cy="67028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C7618B-E041-4CD6-BBAA-5430FC6DA914}">
      <dsp:nvSpPr>
        <dsp:cNvPr id="0" name=""/>
        <dsp:cNvSpPr/>
      </dsp:nvSpPr>
      <dsp:spPr>
        <a:xfrm>
          <a:off x="6227" y="1892051"/>
          <a:ext cx="1861265" cy="11167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GB" sz="2100" kern="1200" dirty="0">
              <a:latin typeface="Neue Haas Grotesk Text Pro"/>
            </a:rPr>
            <a:t>Data</a:t>
          </a:r>
          <a:endParaRPr lang="en-GB" sz="2100" kern="1200" dirty="0"/>
        </a:p>
      </dsp:txBody>
      <dsp:txXfrm>
        <a:off x="38936" y="1924760"/>
        <a:ext cx="1795847" cy="1051341"/>
      </dsp:txXfrm>
    </dsp:sp>
    <dsp:sp modelId="{409C7518-2A76-41F0-B47B-952CC701863F}">
      <dsp:nvSpPr>
        <dsp:cNvPr id="0" name=""/>
        <dsp:cNvSpPr/>
      </dsp:nvSpPr>
      <dsp:spPr>
        <a:xfrm>
          <a:off x="2053619" y="2219634"/>
          <a:ext cx="394588" cy="4615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2053619" y="2311953"/>
        <a:ext cx="276212" cy="276955"/>
      </dsp:txXfrm>
    </dsp:sp>
    <dsp:sp modelId="{2396F414-0107-4540-8D9F-E2347D586262}">
      <dsp:nvSpPr>
        <dsp:cNvPr id="0" name=""/>
        <dsp:cNvSpPr/>
      </dsp:nvSpPr>
      <dsp:spPr>
        <a:xfrm>
          <a:off x="2611998" y="1892051"/>
          <a:ext cx="1861265" cy="11167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GB" sz="2100" kern="1200" dirty="0">
              <a:latin typeface="Neue Haas Grotesk Text Pro"/>
            </a:rPr>
            <a:t>Pre-processing workflow</a:t>
          </a:r>
          <a:endParaRPr lang="en-GB" sz="2100" kern="1200" dirty="0"/>
        </a:p>
      </dsp:txBody>
      <dsp:txXfrm>
        <a:off x="2644707" y="1924760"/>
        <a:ext cx="1795847" cy="1051341"/>
      </dsp:txXfrm>
    </dsp:sp>
    <dsp:sp modelId="{5B8B00B7-1485-4A90-A276-4845B6D46D3B}">
      <dsp:nvSpPr>
        <dsp:cNvPr id="0" name=""/>
        <dsp:cNvSpPr/>
      </dsp:nvSpPr>
      <dsp:spPr>
        <a:xfrm>
          <a:off x="4659390" y="2219634"/>
          <a:ext cx="394588" cy="4615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4659390" y="2311953"/>
        <a:ext cx="276212" cy="276955"/>
      </dsp:txXfrm>
    </dsp:sp>
    <dsp:sp modelId="{60CB0E99-C59F-46F4-825D-20D8FFDF3330}">
      <dsp:nvSpPr>
        <dsp:cNvPr id="0" name=""/>
        <dsp:cNvSpPr/>
      </dsp:nvSpPr>
      <dsp:spPr>
        <a:xfrm>
          <a:off x="5217770" y="1892051"/>
          <a:ext cx="1861265" cy="11167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GB" sz="2100" kern="1200" dirty="0">
              <a:latin typeface="Neue Haas Grotesk Text Pro"/>
            </a:rPr>
            <a:t>AI model</a:t>
          </a:r>
          <a:endParaRPr lang="en-GB" sz="2100" kern="1200" dirty="0"/>
        </a:p>
      </dsp:txBody>
      <dsp:txXfrm>
        <a:off x="5250479" y="1924760"/>
        <a:ext cx="1795847" cy="105134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895F48-B1FB-4E68-83C4-3AE008F99F22}">
      <dsp:nvSpPr>
        <dsp:cNvPr id="0" name=""/>
        <dsp:cNvSpPr/>
      </dsp:nvSpPr>
      <dsp:spPr>
        <a:xfrm>
          <a:off x="787267" y="101648"/>
          <a:ext cx="744938" cy="74493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8A5607-E08B-4D8E-B560-D6B970E9E69B}">
      <dsp:nvSpPr>
        <dsp:cNvPr id="0" name=""/>
        <dsp:cNvSpPr/>
      </dsp:nvSpPr>
      <dsp:spPr>
        <a:xfrm>
          <a:off x="943704" y="258085"/>
          <a:ext cx="432064" cy="4320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6607B5-C556-41D0-8F45-00F0FFA5A81A}">
      <dsp:nvSpPr>
        <dsp:cNvPr id="0" name=""/>
        <dsp:cNvSpPr/>
      </dsp:nvSpPr>
      <dsp:spPr>
        <a:xfrm>
          <a:off x="1691836" y="101648"/>
          <a:ext cx="1755927" cy="744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a:t>Chemistry</a:t>
          </a:r>
        </a:p>
      </dsp:txBody>
      <dsp:txXfrm>
        <a:off x="1691836" y="101648"/>
        <a:ext cx="1755927" cy="744938"/>
      </dsp:txXfrm>
    </dsp:sp>
    <dsp:sp modelId="{B56648E4-C64C-4C85-9BCF-FB20AE00C1ED}">
      <dsp:nvSpPr>
        <dsp:cNvPr id="0" name=""/>
        <dsp:cNvSpPr/>
      </dsp:nvSpPr>
      <dsp:spPr>
        <a:xfrm>
          <a:off x="3753720" y="101648"/>
          <a:ext cx="744938" cy="74493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896F1F-D1B8-458F-B5F3-8F7277C40FCE}">
      <dsp:nvSpPr>
        <dsp:cNvPr id="0" name=""/>
        <dsp:cNvSpPr/>
      </dsp:nvSpPr>
      <dsp:spPr>
        <a:xfrm>
          <a:off x="3910157" y="258085"/>
          <a:ext cx="432064" cy="4320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B6935B-45CD-4277-8A15-E03A6A57D904}">
      <dsp:nvSpPr>
        <dsp:cNvPr id="0" name=""/>
        <dsp:cNvSpPr/>
      </dsp:nvSpPr>
      <dsp:spPr>
        <a:xfrm>
          <a:off x="4658289" y="101648"/>
          <a:ext cx="1755927" cy="744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a:t>Earth Sciences and Environment</a:t>
          </a:r>
        </a:p>
      </dsp:txBody>
      <dsp:txXfrm>
        <a:off x="4658289" y="101648"/>
        <a:ext cx="1755927" cy="744938"/>
      </dsp:txXfrm>
    </dsp:sp>
    <dsp:sp modelId="{5EB01D69-D6B2-492A-A196-7183FAD40222}">
      <dsp:nvSpPr>
        <dsp:cNvPr id="0" name=""/>
        <dsp:cNvSpPr/>
      </dsp:nvSpPr>
      <dsp:spPr>
        <a:xfrm>
          <a:off x="6720173" y="101648"/>
          <a:ext cx="744938" cy="74493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FE1B92-78F7-4BA1-9131-19F2C75CE3FD}">
      <dsp:nvSpPr>
        <dsp:cNvPr id="0" name=""/>
        <dsp:cNvSpPr/>
      </dsp:nvSpPr>
      <dsp:spPr>
        <a:xfrm>
          <a:off x="6876610" y="258085"/>
          <a:ext cx="432064" cy="4320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0EB23D-F7BA-4C07-88BB-4130E206BB81}">
      <dsp:nvSpPr>
        <dsp:cNvPr id="0" name=""/>
        <dsp:cNvSpPr/>
      </dsp:nvSpPr>
      <dsp:spPr>
        <a:xfrm>
          <a:off x="7624742" y="101648"/>
          <a:ext cx="1755927" cy="744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a:t>Engineering and Technology</a:t>
          </a:r>
        </a:p>
      </dsp:txBody>
      <dsp:txXfrm>
        <a:off x="7624742" y="101648"/>
        <a:ext cx="1755927" cy="744938"/>
      </dsp:txXfrm>
    </dsp:sp>
    <dsp:sp modelId="{D1723F78-3C29-47BA-8E90-CBB69B3F6A5C}">
      <dsp:nvSpPr>
        <dsp:cNvPr id="0" name=""/>
        <dsp:cNvSpPr/>
      </dsp:nvSpPr>
      <dsp:spPr>
        <a:xfrm>
          <a:off x="787267" y="1474586"/>
          <a:ext cx="744938" cy="74493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D3F1B7-1495-4AE9-A3F1-6A8E5E51ABE8}">
      <dsp:nvSpPr>
        <dsp:cNvPr id="0" name=""/>
        <dsp:cNvSpPr/>
      </dsp:nvSpPr>
      <dsp:spPr>
        <a:xfrm>
          <a:off x="943704" y="1631023"/>
          <a:ext cx="432064" cy="43206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28164C-85D4-4813-B839-C8BBD506F287}">
      <dsp:nvSpPr>
        <dsp:cNvPr id="0" name=""/>
        <dsp:cNvSpPr/>
      </dsp:nvSpPr>
      <dsp:spPr>
        <a:xfrm>
          <a:off x="1691836" y="1474586"/>
          <a:ext cx="1755927" cy="744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a:t>Life Sciences</a:t>
          </a:r>
        </a:p>
      </dsp:txBody>
      <dsp:txXfrm>
        <a:off x="1691836" y="1474586"/>
        <a:ext cx="1755927" cy="744938"/>
      </dsp:txXfrm>
    </dsp:sp>
    <dsp:sp modelId="{5825E759-525C-4D1D-A3F8-C8F786DA3F3B}">
      <dsp:nvSpPr>
        <dsp:cNvPr id="0" name=""/>
        <dsp:cNvSpPr/>
      </dsp:nvSpPr>
      <dsp:spPr>
        <a:xfrm>
          <a:off x="3753720" y="1474586"/>
          <a:ext cx="744938" cy="744938"/>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EBA918-4C63-4A1A-AF56-0B4A9647E474}">
      <dsp:nvSpPr>
        <dsp:cNvPr id="0" name=""/>
        <dsp:cNvSpPr/>
      </dsp:nvSpPr>
      <dsp:spPr>
        <a:xfrm>
          <a:off x="3910157" y="1631023"/>
          <a:ext cx="432064" cy="43206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5D0302-1DB4-4DD5-A991-B6D0157818E9}">
      <dsp:nvSpPr>
        <dsp:cNvPr id="0" name=""/>
        <dsp:cNvSpPr/>
      </dsp:nvSpPr>
      <dsp:spPr>
        <a:xfrm>
          <a:off x="4658289" y="1474586"/>
          <a:ext cx="1755927" cy="744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a:t>Materials Science</a:t>
          </a:r>
        </a:p>
      </dsp:txBody>
      <dsp:txXfrm>
        <a:off x="4658289" y="1474586"/>
        <a:ext cx="1755927" cy="744938"/>
      </dsp:txXfrm>
    </dsp:sp>
    <dsp:sp modelId="{C915E665-4D2F-492C-A226-3FB7E9BAA06C}">
      <dsp:nvSpPr>
        <dsp:cNvPr id="0" name=""/>
        <dsp:cNvSpPr/>
      </dsp:nvSpPr>
      <dsp:spPr>
        <a:xfrm>
          <a:off x="6720173" y="1474586"/>
          <a:ext cx="744938" cy="74493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36E36C-B12E-41C2-802B-E229CC986B25}">
      <dsp:nvSpPr>
        <dsp:cNvPr id="0" name=""/>
        <dsp:cNvSpPr/>
      </dsp:nvSpPr>
      <dsp:spPr>
        <a:xfrm>
          <a:off x="6876610" y="1631023"/>
          <a:ext cx="432064" cy="43206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B8D046-0FF3-47D5-BBF7-C2A253F8C3FE}">
      <dsp:nvSpPr>
        <dsp:cNvPr id="0" name=""/>
        <dsp:cNvSpPr/>
      </dsp:nvSpPr>
      <dsp:spPr>
        <a:xfrm>
          <a:off x="7624742" y="1474586"/>
          <a:ext cx="1755927" cy="744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a:t>Physics</a:t>
          </a:r>
        </a:p>
      </dsp:txBody>
      <dsp:txXfrm>
        <a:off x="7624742" y="1474586"/>
        <a:ext cx="1755927" cy="744938"/>
      </dsp:txXfrm>
    </dsp:sp>
    <dsp:sp modelId="{0999F6D7-EE91-4098-886F-1317096A1038}">
      <dsp:nvSpPr>
        <dsp:cNvPr id="0" name=""/>
        <dsp:cNvSpPr/>
      </dsp:nvSpPr>
      <dsp:spPr>
        <a:xfrm>
          <a:off x="787267" y="2847524"/>
          <a:ext cx="744938" cy="74493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08316D-4021-4123-9D3D-496853E5A5EE}">
      <dsp:nvSpPr>
        <dsp:cNvPr id="0" name=""/>
        <dsp:cNvSpPr/>
      </dsp:nvSpPr>
      <dsp:spPr>
        <a:xfrm>
          <a:off x="943704" y="3003961"/>
          <a:ext cx="432064" cy="432064"/>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26DB5A-28D1-4FB9-B89E-28196BE6A667}">
      <dsp:nvSpPr>
        <dsp:cNvPr id="0" name=""/>
        <dsp:cNvSpPr/>
      </dsp:nvSpPr>
      <dsp:spPr>
        <a:xfrm>
          <a:off x="1691836" y="2847524"/>
          <a:ext cx="1755927" cy="744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a:t>Energy</a:t>
          </a:r>
        </a:p>
      </dsp:txBody>
      <dsp:txXfrm>
        <a:off x="1691836" y="2847524"/>
        <a:ext cx="1755927" cy="744938"/>
      </dsp:txXfrm>
    </dsp:sp>
    <dsp:sp modelId="{E21FE143-2D58-4280-B198-035A64B72498}">
      <dsp:nvSpPr>
        <dsp:cNvPr id="0" name=""/>
        <dsp:cNvSpPr/>
      </dsp:nvSpPr>
      <dsp:spPr>
        <a:xfrm>
          <a:off x="3753720" y="2847524"/>
          <a:ext cx="744938" cy="74493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0FAF16-716A-489F-AE2E-1776164ABC6F}">
      <dsp:nvSpPr>
        <dsp:cNvPr id="0" name=""/>
        <dsp:cNvSpPr/>
      </dsp:nvSpPr>
      <dsp:spPr>
        <a:xfrm>
          <a:off x="3910157" y="3003961"/>
          <a:ext cx="432064" cy="432064"/>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BE6A95-AF2D-4143-BCAA-44F73788A2CF}">
      <dsp:nvSpPr>
        <dsp:cNvPr id="0" name=""/>
        <dsp:cNvSpPr/>
      </dsp:nvSpPr>
      <dsp:spPr>
        <a:xfrm>
          <a:off x="4658289" y="2847524"/>
          <a:ext cx="1755927" cy="744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a:t>Cultural Heritage</a:t>
          </a:r>
        </a:p>
      </dsp:txBody>
      <dsp:txXfrm>
        <a:off x="4658289" y="2847524"/>
        <a:ext cx="1755927" cy="74493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75B6A-2240-457D-814D-2FCCF1DEA71E}">
      <dsp:nvSpPr>
        <dsp:cNvPr id="0" name=""/>
        <dsp:cNvSpPr/>
      </dsp:nvSpPr>
      <dsp:spPr>
        <a:xfrm>
          <a:off x="33" y="51677"/>
          <a:ext cx="3183277" cy="432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rtl="0">
            <a:lnSpc>
              <a:spcPct val="90000"/>
            </a:lnSpc>
            <a:spcBef>
              <a:spcPct val="0"/>
            </a:spcBef>
            <a:spcAft>
              <a:spcPct val="35000"/>
            </a:spcAft>
            <a:buNone/>
          </a:pPr>
          <a:r>
            <a:rPr lang="en-GB" sz="1500" kern="1200" dirty="0">
              <a:latin typeface="Neue Haas Grotesk Text Pro"/>
            </a:rPr>
            <a:t>Structured data</a:t>
          </a:r>
          <a:endParaRPr lang="en-GB" sz="1500" kern="1200" dirty="0"/>
        </a:p>
      </dsp:txBody>
      <dsp:txXfrm>
        <a:off x="33" y="51677"/>
        <a:ext cx="3183277" cy="432000"/>
      </dsp:txXfrm>
    </dsp:sp>
    <dsp:sp modelId="{1D2BCB69-E557-4F79-B312-2501E6134188}">
      <dsp:nvSpPr>
        <dsp:cNvPr id="0" name=""/>
        <dsp:cNvSpPr/>
      </dsp:nvSpPr>
      <dsp:spPr>
        <a:xfrm>
          <a:off x="33" y="483677"/>
          <a:ext cx="3183277" cy="38704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GB" sz="1500" kern="1200" dirty="0">
              <a:latin typeface="Neue Haas Grotesk Text Pro"/>
            </a:rPr>
            <a:t>Completeness</a:t>
          </a:r>
          <a:endParaRPr lang="en-GB" sz="1500" kern="1200" dirty="0"/>
        </a:p>
        <a:p>
          <a:pPr marL="114300" lvl="1" indent="-114300" algn="l" defTabSz="666750" rtl="0">
            <a:lnSpc>
              <a:spcPct val="90000"/>
            </a:lnSpc>
            <a:spcBef>
              <a:spcPct val="0"/>
            </a:spcBef>
            <a:spcAft>
              <a:spcPct val="15000"/>
            </a:spcAft>
            <a:buChar char="•"/>
          </a:pPr>
          <a:r>
            <a:rPr lang="en-GB" sz="1500" kern="1200" dirty="0">
              <a:latin typeface="Neue Haas Grotesk Text Pro"/>
            </a:rPr>
            <a:t>Outliers</a:t>
          </a:r>
        </a:p>
        <a:p>
          <a:pPr marL="114300" lvl="1" indent="-114300" algn="l" defTabSz="666750">
            <a:lnSpc>
              <a:spcPct val="90000"/>
            </a:lnSpc>
            <a:spcBef>
              <a:spcPct val="0"/>
            </a:spcBef>
            <a:spcAft>
              <a:spcPct val="15000"/>
            </a:spcAft>
            <a:buChar char="•"/>
          </a:pPr>
          <a:r>
            <a:rPr lang="en-GB" sz="1500" kern="1200" dirty="0">
              <a:latin typeface="Neue Haas Grotesk Text Pro"/>
            </a:rPr>
            <a:t>Mislabels</a:t>
          </a:r>
          <a:endParaRPr lang="en-GB" sz="1500" kern="1200" dirty="0"/>
        </a:p>
        <a:p>
          <a:pPr marL="114300" lvl="1" indent="-114300" algn="l" defTabSz="666750">
            <a:lnSpc>
              <a:spcPct val="90000"/>
            </a:lnSpc>
            <a:spcBef>
              <a:spcPct val="0"/>
            </a:spcBef>
            <a:spcAft>
              <a:spcPct val="15000"/>
            </a:spcAft>
            <a:buChar char="•"/>
          </a:pPr>
          <a:r>
            <a:rPr lang="en-GB" sz="1500" kern="1200" dirty="0">
              <a:latin typeface="Neue Haas Grotesk Text Pro"/>
            </a:rPr>
            <a:t>Duplicity</a:t>
          </a:r>
        </a:p>
        <a:p>
          <a:pPr marL="114300" lvl="1" indent="-114300" algn="l" defTabSz="666750" rtl="0">
            <a:lnSpc>
              <a:spcPct val="90000"/>
            </a:lnSpc>
            <a:spcBef>
              <a:spcPct val="0"/>
            </a:spcBef>
            <a:spcAft>
              <a:spcPct val="15000"/>
            </a:spcAft>
            <a:buChar char="•"/>
          </a:pPr>
          <a:r>
            <a:rPr lang="en-GB" sz="1500" kern="1200" dirty="0">
              <a:latin typeface="Neue Haas Grotesk Text Pro"/>
            </a:rPr>
            <a:t>Feature Relevancy</a:t>
          </a:r>
        </a:p>
        <a:p>
          <a:pPr marL="114300" lvl="1" indent="-114300" algn="l" defTabSz="666750" rtl="0">
            <a:lnSpc>
              <a:spcPct val="90000"/>
            </a:lnSpc>
            <a:spcBef>
              <a:spcPct val="0"/>
            </a:spcBef>
            <a:spcAft>
              <a:spcPct val="15000"/>
            </a:spcAft>
            <a:buChar char="•"/>
          </a:pPr>
          <a:r>
            <a:rPr lang="en-GB" sz="1500" kern="1200" dirty="0">
              <a:latin typeface="Neue Haas Grotesk Text Pro"/>
            </a:rPr>
            <a:t>Class Imbalance</a:t>
          </a:r>
        </a:p>
        <a:p>
          <a:pPr marL="114300" lvl="1" indent="-114300" algn="l" defTabSz="666750" rtl="0">
            <a:lnSpc>
              <a:spcPct val="90000"/>
            </a:lnSpc>
            <a:spcBef>
              <a:spcPct val="0"/>
            </a:spcBef>
            <a:spcAft>
              <a:spcPct val="15000"/>
            </a:spcAft>
            <a:buChar char="•"/>
          </a:pPr>
          <a:r>
            <a:rPr lang="en-GB" sz="1500" kern="1200" dirty="0">
              <a:latin typeface="Neue Haas Grotesk Text Pro"/>
            </a:rPr>
            <a:t>Class Separability</a:t>
          </a:r>
        </a:p>
        <a:p>
          <a:pPr marL="114300" lvl="1" indent="-114300" algn="l" defTabSz="666750" rtl="0">
            <a:lnSpc>
              <a:spcPct val="90000"/>
            </a:lnSpc>
            <a:spcBef>
              <a:spcPct val="0"/>
            </a:spcBef>
            <a:spcAft>
              <a:spcPct val="15000"/>
            </a:spcAft>
            <a:buChar char="•"/>
          </a:pPr>
          <a:r>
            <a:rPr lang="en-GB" sz="1500" kern="1200" dirty="0">
              <a:latin typeface="Neue Haas Grotesk Text Pro"/>
            </a:rPr>
            <a:t>Discrimination Index</a:t>
          </a:r>
          <a:endParaRPr lang="en-GB" sz="1500" kern="1200" dirty="0"/>
        </a:p>
        <a:p>
          <a:pPr marL="114300" lvl="1" indent="-114300" algn="l" defTabSz="666750" rtl="0">
            <a:lnSpc>
              <a:spcPct val="90000"/>
            </a:lnSpc>
            <a:spcBef>
              <a:spcPct val="0"/>
            </a:spcBef>
            <a:spcAft>
              <a:spcPct val="15000"/>
            </a:spcAft>
            <a:buChar char="•"/>
          </a:pPr>
          <a:r>
            <a:rPr lang="en-GB" sz="1500" kern="1200" dirty="0">
              <a:latin typeface="Neue Haas Grotesk Text Pro"/>
            </a:rPr>
            <a:t>Data Split Ratio</a:t>
          </a:r>
        </a:p>
        <a:p>
          <a:pPr marL="114300" lvl="1" indent="-114300" algn="l" defTabSz="666750" rtl="0">
            <a:lnSpc>
              <a:spcPct val="90000"/>
            </a:lnSpc>
            <a:spcBef>
              <a:spcPct val="0"/>
            </a:spcBef>
            <a:spcAft>
              <a:spcPct val="15000"/>
            </a:spcAft>
            <a:buChar char="•"/>
          </a:pPr>
          <a:r>
            <a:rPr lang="en-GB" sz="1500" kern="1200" dirty="0">
              <a:latin typeface="Neue Haas Grotesk Text Pro"/>
            </a:rPr>
            <a:t>Data Point Impact</a:t>
          </a:r>
        </a:p>
        <a:p>
          <a:pPr marL="114300" lvl="1" indent="-114300" algn="l" defTabSz="666750" rtl="0">
            <a:lnSpc>
              <a:spcPct val="90000"/>
            </a:lnSpc>
            <a:spcBef>
              <a:spcPct val="0"/>
            </a:spcBef>
            <a:spcAft>
              <a:spcPct val="15000"/>
            </a:spcAft>
            <a:buChar char="•"/>
          </a:pPr>
          <a:r>
            <a:rPr lang="en-GB" sz="1500" kern="1200" dirty="0">
              <a:latin typeface="Neue Haas Grotesk Text Pro"/>
            </a:rPr>
            <a:t>Correctness</a:t>
          </a:r>
        </a:p>
        <a:p>
          <a:pPr marL="114300" lvl="1" indent="-114300" algn="l" defTabSz="666750">
            <a:lnSpc>
              <a:spcPct val="90000"/>
            </a:lnSpc>
            <a:spcBef>
              <a:spcPct val="0"/>
            </a:spcBef>
            <a:spcAft>
              <a:spcPct val="15000"/>
            </a:spcAft>
            <a:buChar char="•"/>
          </a:pPr>
          <a:r>
            <a:rPr lang="en-GB" sz="1500" kern="1200" dirty="0">
              <a:latin typeface="Neue Haas Grotesk Text Pro"/>
            </a:rPr>
            <a:t>Timeliness</a:t>
          </a:r>
          <a:endParaRPr lang="en-GB" sz="1500" kern="1200" dirty="0"/>
        </a:p>
        <a:p>
          <a:pPr marL="114300" lvl="1" indent="-114300" algn="l" defTabSz="666750" rtl="0">
            <a:lnSpc>
              <a:spcPct val="90000"/>
            </a:lnSpc>
            <a:spcBef>
              <a:spcPct val="0"/>
            </a:spcBef>
            <a:spcAft>
              <a:spcPct val="15000"/>
            </a:spcAft>
            <a:buChar char="•"/>
          </a:pPr>
          <a:r>
            <a:rPr lang="en-GB" sz="1500" kern="1200" dirty="0">
              <a:latin typeface="Neue Haas Grotesk Text Pro"/>
            </a:rPr>
            <a:t>Privacy Leakage</a:t>
          </a:r>
        </a:p>
        <a:p>
          <a:pPr marL="114300" lvl="1" indent="-114300" algn="l" defTabSz="666750" rtl="0">
            <a:lnSpc>
              <a:spcPct val="90000"/>
            </a:lnSpc>
            <a:spcBef>
              <a:spcPct val="0"/>
            </a:spcBef>
            <a:spcAft>
              <a:spcPct val="15000"/>
            </a:spcAft>
            <a:buChar char="•"/>
          </a:pPr>
          <a:r>
            <a:rPr lang="en-GB" sz="1500" kern="1200" dirty="0">
              <a:latin typeface="Neue Haas Grotesk Text Pro"/>
            </a:rPr>
            <a:t>Sample Size</a:t>
          </a:r>
        </a:p>
        <a:p>
          <a:pPr marL="114300" lvl="1" indent="-114300" algn="l" defTabSz="666750" rtl="0">
            <a:lnSpc>
              <a:spcPct val="90000"/>
            </a:lnSpc>
            <a:spcBef>
              <a:spcPct val="0"/>
            </a:spcBef>
            <a:spcAft>
              <a:spcPct val="15000"/>
            </a:spcAft>
            <a:buChar char="•"/>
          </a:pPr>
          <a:r>
            <a:rPr lang="en-GB" sz="1500" kern="1200" dirty="0">
              <a:latin typeface="Neue Haas Grotesk Text Pro"/>
            </a:rPr>
            <a:t>FAIRness Score</a:t>
          </a:r>
          <a:endParaRPr lang="en-GB" sz="1500" kern="1200" dirty="0"/>
        </a:p>
      </dsp:txBody>
      <dsp:txXfrm>
        <a:off x="33" y="483677"/>
        <a:ext cx="3183277" cy="3870450"/>
      </dsp:txXfrm>
    </dsp:sp>
    <dsp:sp modelId="{F8A2D4C9-9159-4478-AAE7-07353D52C96B}">
      <dsp:nvSpPr>
        <dsp:cNvPr id="0" name=""/>
        <dsp:cNvSpPr/>
      </dsp:nvSpPr>
      <dsp:spPr>
        <a:xfrm>
          <a:off x="3628969" y="51677"/>
          <a:ext cx="3183277" cy="432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rtl="0">
            <a:lnSpc>
              <a:spcPct val="90000"/>
            </a:lnSpc>
            <a:spcBef>
              <a:spcPct val="0"/>
            </a:spcBef>
            <a:spcAft>
              <a:spcPct val="35000"/>
            </a:spcAft>
            <a:buNone/>
          </a:pPr>
          <a:r>
            <a:rPr lang="en-GB" sz="1500" kern="1200" dirty="0">
              <a:latin typeface="Neue Haas Grotesk Text Pro"/>
            </a:rPr>
            <a:t>Unstructured data</a:t>
          </a:r>
          <a:endParaRPr lang="en-GB" sz="1500" kern="1200" dirty="0"/>
        </a:p>
      </dsp:txBody>
      <dsp:txXfrm>
        <a:off x="3628969" y="51677"/>
        <a:ext cx="3183277" cy="432000"/>
      </dsp:txXfrm>
    </dsp:sp>
    <dsp:sp modelId="{560CD59D-88D2-4370-B2BF-A2D7AD6E915B}">
      <dsp:nvSpPr>
        <dsp:cNvPr id="0" name=""/>
        <dsp:cNvSpPr/>
      </dsp:nvSpPr>
      <dsp:spPr>
        <a:xfrm>
          <a:off x="3628969" y="483677"/>
          <a:ext cx="3183277" cy="38704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rtl="0">
            <a:lnSpc>
              <a:spcPct val="90000"/>
            </a:lnSpc>
            <a:spcBef>
              <a:spcPct val="0"/>
            </a:spcBef>
            <a:spcAft>
              <a:spcPct val="15000"/>
            </a:spcAft>
            <a:buChar char="•"/>
          </a:pPr>
          <a:r>
            <a:rPr lang="en-GB" sz="1500" b="1" kern="1200">
              <a:latin typeface="Neue Haas Grotesk Text Pro"/>
            </a:rPr>
            <a:t>Textual Data</a:t>
          </a:r>
        </a:p>
        <a:p>
          <a:pPr marL="228600" lvl="2" indent="-114300" algn="l" defTabSz="666750" rtl="0">
            <a:lnSpc>
              <a:spcPct val="90000"/>
            </a:lnSpc>
            <a:spcBef>
              <a:spcPct val="0"/>
            </a:spcBef>
            <a:spcAft>
              <a:spcPct val="15000"/>
            </a:spcAft>
            <a:buChar char="•"/>
          </a:pPr>
          <a:r>
            <a:rPr lang="en-GB" sz="1500" kern="1200">
              <a:latin typeface="Neue Haas Grotesk Text Pro"/>
            </a:rPr>
            <a:t>Lexical Diversity</a:t>
          </a:r>
          <a:endParaRPr lang="en-GB" sz="1500" kern="1200"/>
        </a:p>
        <a:p>
          <a:pPr marL="228600" lvl="2" indent="-114300" algn="l" defTabSz="666750" rtl="0">
            <a:lnSpc>
              <a:spcPct val="90000"/>
            </a:lnSpc>
            <a:spcBef>
              <a:spcPct val="0"/>
            </a:spcBef>
            <a:spcAft>
              <a:spcPct val="15000"/>
            </a:spcAft>
            <a:buChar char="•"/>
          </a:pPr>
          <a:r>
            <a:rPr lang="en-GB" sz="1500" kern="1200">
              <a:latin typeface="Neue Haas Grotesk Text Pro"/>
            </a:rPr>
            <a:t>Temp Importance</a:t>
          </a:r>
          <a:endParaRPr lang="en-GB" sz="1500" kern="1200"/>
        </a:p>
        <a:p>
          <a:pPr marL="228600" lvl="2" indent="-114300" algn="l" defTabSz="666750" rtl="0">
            <a:lnSpc>
              <a:spcPct val="90000"/>
            </a:lnSpc>
            <a:spcBef>
              <a:spcPct val="0"/>
            </a:spcBef>
            <a:spcAft>
              <a:spcPct val="15000"/>
            </a:spcAft>
            <a:buChar char="•"/>
          </a:pPr>
          <a:r>
            <a:rPr lang="en-GB" sz="1500" kern="1200">
              <a:latin typeface="Neue Haas Grotesk Text Pro"/>
            </a:rPr>
            <a:t>Readability Score</a:t>
          </a:r>
          <a:endParaRPr lang="en-GB" sz="1500" kern="1200"/>
        </a:p>
        <a:p>
          <a:pPr marL="228600" lvl="2" indent="-114300" algn="l" defTabSz="666750" rtl="0">
            <a:lnSpc>
              <a:spcPct val="90000"/>
            </a:lnSpc>
            <a:spcBef>
              <a:spcPct val="0"/>
            </a:spcBef>
            <a:spcAft>
              <a:spcPct val="15000"/>
            </a:spcAft>
            <a:buChar char="•"/>
          </a:pPr>
          <a:r>
            <a:rPr lang="en-GB" sz="1500" kern="1200">
              <a:latin typeface="Neue Haas Grotesk Text Pro"/>
            </a:rPr>
            <a:t>Topic Coherence</a:t>
          </a:r>
          <a:endParaRPr lang="en-GB" sz="1500" kern="1200"/>
        </a:p>
        <a:p>
          <a:pPr marL="228600" lvl="2" indent="-114300" algn="l" defTabSz="666750" rtl="0">
            <a:lnSpc>
              <a:spcPct val="90000"/>
            </a:lnSpc>
            <a:spcBef>
              <a:spcPct val="0"/>
            </a:spcBef>
            <a:spcAft>
              <a:spcPct val="15000"/>
            </a:spcAft>
            <a:buChar char="•"/>
          </a:pPr>
          <a:r>
            <a:rPr lang="en-GB" sz="1500" kern="1200" dirty="0">
              <a:latin typeface="Neue Haas Grotesk Text Pro"/>
            </a:rPr>
            <a:t>Bias Indicator</a:t>
          </a:r>
        </a:p>
        <a:p>
          <a:pPr marL="114300" lvl="1" indent="-114300" algn="l" defTabSz="666750" rtl="0">
            <a:lnSpc>
              <a:spcPct val="90000"/>
            </a:lnSpc>
            <a:spcBef>
              <a:spcPct val="0"/>
            </a:spcBef>
            <a:spcAft>
              <a:spcPct val="15000"/>
            </a:spcAft>
            <a:buChar char="•"/>
          </a:pPr>
          <a:r>
            <a:rPr lang="en-GB" sz="1500" b="1" kern="1200">
              <a:latin typeface="Neue Haas Grotesk Text Pro"/>
            </a:rPr>
            <a:t>Multimedia Data</a:t>
          </a:r>
        </a:p>
        <a:p>
          <a:pPr marL="228600" lvl="2" indent="-114300" algn="l" defTabSz="666750" rtl="0">
            <a:lnSpc>
              <a:spcPct val="90000"/>
            </a:lnSpc>
            <a:spcBef>
              <a:spcPct val="0"/>
            </a:spcBef>
            <a:spcAft>
              <a:spcPct val="15000"/>
            </a:spcAft>
            <a:buChar char="•"/>
          </a:pPr>
          <a:r>
            <a:rPr lang="en-GB" sz="1500" kern="1200">
              <a:latin typeface="Neue Haas Grotesk Text Pro"/>
            </a:rPr>
            <a:t>Image Quality</a:t>
          </a:r>
        </a:p>
        <a:p>
          <a:pPr marL="228600" lvl="2" indent="-114300" algn="l" defTabSz="666750" rtl="0">
            <a:lnSpc>
              <a:spcPct val="90000"/>
            </a:lnSpc>
            <a:spcBef>
              <a:spcPct val="0"/>
            </a:spcBef>
            <a:spcAft>
              <a:spcPct val="15000"/>
            </a:spcAft>
            <a:buChar char="•"/>
          </a:pPr>
          <a:r>
            <a:rPr lang="en-GB" sz="1500" kern="1200">
              <a:latin typeface="Neue Haas Grotesk Text Pro"/>
            </a:rPr>
            <a:t>Speech Quality</a:t>
          </a:r>
          <a:endParaRPr lang="en-GB" sz="1500" kern="1200"/>
        </a:p>
        <a:p>
          <a:pPr marL="228600" lvl="2" indent="-114300" algn="l" defTabSz="666750" rtl="0">
            <a:lnSpc>
              <a:spcPct val="90000"/>
            </a:lnSpc>
            <a:spcBef>
              <a:spcPct val="0"/>
            </a:spcBef>
            <a:spcAft>
              <a:spcPct val="15000"/>
            </a:spcAft>
            <a:buChar char="•"/>
          </a:pPr>
          <a:r>
            <a:rPr lang="en-GB" sz="1500" kern="1200">
              <a:latin typeface="Neue Haas Grotesk Text Pro"/>
            </a:rPr>
            <a:t>Video Quality</a:t>
          </a:r>
        </a:p>
      </dsp:txBody>
      <dsp:txXfrm>
        <a:off x="3628969" y="483677"/>
        <a:ext cx="3183277" cy="387045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63809A-36C5-EF48-85C6-70EF06C1C724}" type="datetimeFigureOut">
              <a:rPr lang="en-US" smtClean="0"/>
              <a:t>10/15/25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D38BFC-61C4-0345-A37D-CBAF4D7D7C30}" type="slidenum">
              <a:rPr lang="en-US" smtClean="0"/>
              <a:t>‹#›</a:t>
            </a:fld>
            <a:endParaRPr lang="en-US"/>
          </a:p>
        </p:txBody>
      </p:sp>
    </p:spTree>
    <p:extLst>
      <p:ext uri="{BB962C8B-B14F-4D97-AF65-F5344CB8AC3E}">
        <p14:creationId xmlns:p14="http://schemas.microsoft.com/office/powerpoint/2010/main" val="2664236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1</a:t>
            </a:fld>
            <a:endParaRPr lang="en-US"/>
          </a:p>
        </p:txBody>
      </p:sp>
    </p:spTree>
    <p:extLst>
      <p:ext uri="{BB962C8B-B14F-4D97-AF65-F5344CB8AC3E}">
        <p14:creationId xmlns:p14="http://schemas.microsoft.com/office/powerpoint/2010/main" val="1042316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2</a:t>
            </a:fld>
            <a:endParaRPr lang="en-US"/>
          </a:p>
        </p:txBody>
      </p:sp>
    </p:spTree>
    <p:extLst>
      <p:ext uri="{BB962C8B-B14F-4D97-AF65-F5344CB8AC3E}">
        <p14:creationId xmlns:p14="http://schemas.microsoft.com/office/powerpoint/2010/main" val="2995913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3</a:t>
            </a:fld>
            <a:endParaRPr lang="en-US"/>
          </a:p>
        </p:txBody>
      </p:sp>
    </p:spTree>
    <p:extLst>
      <p:ext uri="{BB962C8B-B14F-4D97-AF65-F5344CB8AC3E}">
        <p14:creationId xmlns:p14="http://schemas.microsoft.com/office/powerpoint/2010/main" val="2517498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4</a:t>
            </a:fld>
            <a:endParaRPr lang="en-US"/>
          </a:p>
        </p:txBody>
      </p:sp>
    </p:spTree>
    <p:extLst>
      <p:ext uri="{BB962C8B-B14F-4D97-AF65-F5344CB8AC3E}">
        <p14:creationId xmlns:p14="http://schemas.microsoft.com/office/powerpoint/2010/main" val="1793576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4BC8-8858-BEAE-3FE8-B798C49B08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78FA80-A5D9-3B7C-3CDD-5ECBD6119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AD8E5-5A3A-9EC4-1DD2-32FA8257A2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03254D-0C05-A993-0209-70D03996437C}"/>
              </a:ext>
            </a:extLst>
          </p:cNvPr>
          <p:cNvSpPr>
            <a:spLocks noGrp="1"/>
          </p:cNvSpPr>
          <p:nvPr>
            <p:ph type="sldNum" sz="quarter" idx="5"/>
          </p:nvPr>
        </p:nvSpPr>
        <p:spPr/>
        <p:txBody>
          <a:bodyPr/>
          <a:lstStyle/>
          <a:p>
            <a:fld id="{70D38BFC-61C4-0345-A37D-CBAF4D7D7C30}" type="slidenum">
              <a:rPr lang="en-US" smtClean="0"/>
              <a:t>5</a:t>
            </a:fld>
            <a:endParaRPr lang="en-US"/>
          </a:p>
        </p:txBody>
      </p:sp>
    </p:spTree>
    <p:extLst>
      <p:ext uri="{BB962C8B-B14F-4D97-AF65-F5344CB8AC3E}">
        <p14:creationId xmlns:p14="http://schemas.microsoft.com/office/powerpoint/2010/main" val="2165782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6</a:t>
            </a:fld>
            <a:endParaRPr lang="en-US"/>
          </a:p>
        </p:txBody>
      </p:sp>
    </p:spTree>
    <p:extLst>
      <p:ext uri="{BB962C8B-B14F-4D97-AF65-F5344CB8AC3E}">
        <p14:creationId xmlns:p14="http://schemas.microsoft.com/office/powerpoint/2010/main" val="333694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7</a:t>
            </a:fld>
            <a:endParaRPr lang="en-US"/>
          </a:p>
        </p:txBody>
      </p:sp>
    </p:spTree>
    <p:extLst>
      <p:ext uri="{BB962C8B-B14F-4D97-AF65-F5344CB8AC3E}">
        <p14:creationId xmlns:p14="http://schemas.microsoft.com/office/powerpoint/2010/main" val="4131508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F1049-C8AA-FBCC-FB40-5074989E6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28E90C-A046-D89E-37D0-585A183BCF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A7DBC8-2461-55D3-1790-5E51229F90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9AF93B-BCED-F677-A5AB-DE91919CF128}"/>
              </a:ext>
            </a:extLst>
          </p:cNvPr>
          <p:cNvSpPr>
            <a:spLocks noGrp="1"/>
          </p:cNvSpPr>
          <p:nvPr>
            <p:ph type="sldNum" sz="quarter" idx="5"/>
          </p:nvPr>
        </p:nvSpPr>
        <p:spPr/>
        <p:txBody>
          <a:bodyPr/>
          <a:lstStyle/>
          <a:p>
            <a:fld id="{70D38BFC-61C4-0345-A37D-CBAF4D7D7C30}" type="slidenum">
              <a:rPr lang="en-US" smtClean="0"/>
              <a:t>8</a:t>
            </a:fld>
            <a:endParaRPr lang="en-US"/>
          </a:p>
        </p:txBody>
      </p:sp>
    </p:spTree>
    <p:extLst>
      <p:ext uri="{BB962C8B-B14F-4D97-AF65-F5344CB8AC3E}">
        <p14:creationId xmlns:p14="http://schemas.microsoft.com/office/powerpoint/2010/main" val="1833086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9</a:t>
            </a:fld>
            <a:endParaRPr lang="en-US"/>
          </a:p>
        </p:txBody>
      </p:sp>
    </p:spTree>
    <p:extLst>
      <p:ext uri="{BB962C8B-B14F-4D97-AF65-F5344CB8AC3E}">
        <p14:creationId xmlns:p14="http://schemas.microsoft.com/office/powerpoint/2010/main" val="7581188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4F146D1E-D9A6-6142-B463-8C9DEF4D788F}" type="slidenum">
              <a:rPr lang="en-US" smtClean="0"/>
              <a:t>10</a:t>
            </a:fld>
            <a:endParaRPr lang="en-US"/>
          </a:p>
        </p:txBody>
      </p:sp>
    </p:spTree>
    <p:extLst>
      <p:ext uri="{BB962C8B-B14F-4D97-AF65-F5344CB8AC3E}">
        <p14:creationId xmlns:p14="http://schemas.microsoft.com/office/powerpoint/2010/main" val="2079303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11</a:t>
            </a:fld>
            <a:endParaRPr lang="en-US"/>
          </a:p>
        </p:txBody>
      </p:sp>
    </p:spTree>
    <p:extLst>
      <p:ext uri="{BB962C8B-B14F-4D97-AF65-F5344CB8AC3E}">
        <p14:creationId xmlns:p14="http://schemas.microsoft.com/office/powerpoint/2010/main" val="2635473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146D1E-D9A6-6142-B463-8C9DEF4D788F}" type="slidenum">
              <a:rPr lang="en-US" smtClean="0"/>
              <a:t>12</a:t>
            </a:fld>
            <a:endParaRPr lang="en-US"/>
          </a:p>
        </p:txBody>
      </p:sp>
    </p:spTree>
    <p:extLst>
      <p:ext uri="{BB962C8B-B14F-4D97-AF65-F5344CB8AC3E}">
        <p14:creationId xmlns:p14="http://schemas.microsoft.com/office/powerpoint/2010/main" val="895405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13</a:t>
            </a:fld>
            <a:endParaRPr lang="en-US"/>
          </a:p>
        </p:txBody>
      </p:sp>
    </p:spTree>
    <p:extLst>
      <p:ext uri="{BB962C8B-B14F-4D97-AF65-F5344CB8AC3E}">
        <p14:creationId xmlns:p14="http://schemas.microsoft.com/office/powerpoint/2010/main" val="1316893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AD7F5-1779-40BE-E551-C88D09827E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0F609-D58D-03C5-FACC-3EDBC9514B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8227AD-8F0C-694C-5ABD-8A4DBAE60920}"/>
              </a:ext>
            </a:extLst>
          </p:cNvPr>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46BC018-E8D1-2AD3-8368-1D3694719A8B}"/>
              </a:ext>
            </a:extLst>
          </p:cNvPr>
          <p:cNvSpPr>
            <a:spLocks noGrp="1"/>
          </p:cNvSpPr>
          <p:nvPr>
            <p:ph type="sldNum" sz="quarter" idx="5"/>
          </p:nvPr>
        </p:nvSpPr>
        <p:spPr/>
        <p:txBody>
          <a:bodyPr/>
          <a:lstStyle/>
          <a:p>
            <a:fld id="{70D38BFC-61C4-0345-A37D-CBAF4D7D7C30}" type="slidenum">
              <a:rPr lang="en-US" smtClean="0"/>
              <a:t>14</a:t>
            </a:fld>
            <a:endParaRPr lang="en-US"/>
          </a:p>
        </p:txBody>
      </p:sp>
    </p:spTree>
    <p:extLst>
      <p:ext uri="{BB962C8B-B14F-4D97-AF65-F5344CB8AC3E}">
        <p14:creationId xmlns:p14="http://schemas.microsoft.com/office/powerpoint/2010/main" val="2035145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0D38BFC-61C4-0345-A37D-CBAF4D7D7C30}" type="slidenum">
              <a:rPr lang="en-US" smtClean="0"/>
              <a:t>15</a:t>
            </a:fld>
            <a:endParaRPr lang="en-US"/>
          </a:p>
        </p:txBody>
      </p:sp>
    </p:spTree>
    <p:extLst>
      <p:ext uri="{BB962C8B-B14F-4D97-AF65-F5344CB8AC3E}">
        <p14:creationId xmlns:p14="http://schemas.microsoft.com/office/powerpoint/2010/main" val="2067013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16</a:t>
            </a:fld>
            <a:endParaRPr lang="en-US"/>
          </a:p>
        </p:txBody>
      </p:sp>
    </p:spTree>
    <p:extLst>
      <p:ext uri="{BB962C8B-B14F-4D97-AF65-F5344CB8AC3E}">
        <p14:creationId xmlns:p14="http://schemas.microsoft.com/office/powerpoint/2010/main" val="4584862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17</a:t>
            </a:fld>
            <a:endParaRPr lang="en-US"/>
          </a:p>
        </p:txBody>
      </p:sp>
    </p:spTree>
    <p:extLst>
      <p:ext uri="{BB962C8B-B14F-4D97-AF65-F5344CB8AC3E}">
        <p14:creationId xmlns:p14="http://schemas.microsoft.com/office/powerpoint/2010/main" val="14107069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18</a:t>
            </a:fld>
            <a:endParaRPr lang="en-US"/>
          </a:p>
        </p:txBody>
      </p:sp>
    </p:spTree>
    <p:extLst>
      <p:ext uri="{BB962C8B-B14F-4D97-AF65-F5344CB8AC3E}">
        <p14:creationId xmlns:p14="http://schemas.microsoft.com/office/powerpoint/2010/main" val="20977103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7C9A5-8821-D0A0-D896-096F40817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71DEA-8355-D513-C816-F7CC7B181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D0B626-1694-57C3-9A40-3BB7E58076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809FFF-71B6-054A-638E-819A8A860F80}"/>
              </a:ext>
            </a:extLst>
          </p:cNvPr>
          <p:cNvSpPr>
            <a:spLocks noGrp="1"/>
          </p:cNvSpPr>
          <p:nvPr>
            <p:ph type="sldNum" sz="quarter" idx="5"/>
          </p:nvPr>
        </p:nvSpPr>
        <p:spPr/>
        <p:txBody>
          <a:bodyPr/>
          <a:lstStyle/>
          <a:p>
            <a:fld id="{70D38BFC-61C4-0345-A37D-CBAF4D7D7C30}" type="slidenum">
              <a:rPr lang="en-US" smtClean="0"/>
              <a:t>19</a:t>
            </a:fld>
            <a:endParaRPr lang="en-US"/>
          </a:p>
        </p:txBody>
      </p:sp>
    </p:spTree>
    <p:extLst>
      <p:ext uri="{BB962C8B-B14F-4D97-AF65-F5344CB8AC3E}">
        <p14:creationId xmlns:p14="http://schemas.microsoft.com/office/powerpoint/2010/main" val="691301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F4B8C-F208-19AA-7872-976F85770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318CB-3CA1-E3F3-2533-E43E042F6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281084-EFB3-449B-959A-9F520BD023D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777109D-65B3-CB4B-AE47-8FDF97B9EB03}"/>
              </a:ext>
            </a:extLst>
          </p:cNvPr>
          <p:cNvSpPr>
            <a:spLocks noGrp="1"/>
          </p:cNvSpPr>
          <p:nvPr>
            <p:ph type="sldNum" sz="quarter" idx="5"/>
          </p:nvPr>
        </p:nvSpPr>
        <p:spPr/>
        <p:txBody>
          <a:bodyPr/>
          <a:lstStyle/>
          <a:p>
            <a:fld id="{70D38BFC-61C4-0345-A37D-CBAF4D7D7C30}" type="slidenum">
              <a:rPr lang="en-US" smtClean="0"/>
              <a:t>20</a:t>
            </a:fld>
            <a:endParaRPr lang="en-US"/>
          </a:p>
        </p:txBody>
      </p:sp>
    </p:spTree>
    <p:extLst>
      <p:ext uri="{BB962C8B-B14F-4D97-AF65-F5344CB8AC3E}">
        <p14:creationId xmlns:p14="http://schemas.microsoft.com/office/powerpoint/2010/main" val="40843917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21</a:t>
            </a:fld>
            <a:endParaRPr lang="en-US"/>
          </a:p>
        </p:txBody>
      </p:sp>
    </p:spTree>
    <p:extLst>
      <p:ext uri="{BB962C8B-B14F-4D97-AF65-F5344CB8AC3E}">
        <p14:creationId xmlns:p14="http://schemas.microsoft.com/office/powerpoint/2010/main" val="18582569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22</a:t>
            </a:fld>
            <a:endParaRPr lang="en-US"/>
          </a:p>
        </p:txBody>
      </p:sp>
    </p:spTree>
    <p:extLst>
      <p:ext uri="{BB962C8B-B14F-4D97-AF65-F5344CB8AC3E}">
        <p14:creationId xmlns:p14="http://schemas.microsoft.com/office/powerpoint/2010/main" val="3347348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23</a:t>
            </a:fld>
            <a:endParaRPr lang="en-US"/>
          </a:p>
        </p:txBody>
      </p:sp>
    </p:spTree>
    <p:extLst>
      <p:ext uri="{BB962C8B-B14F-4D97-AF65-F5344CB8AC3E}">
        <p14:creationId xmlns:p14="http://schemas.microsoft.com/office/powerpoint/2010/main" val="40306738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0D38BFC-61C4-0345-A37D-CBAF4D7D7C30}" type="slidenum">
              <a:rPr lang="en-US" smtClean="0"/>
              <a:t>24</a:t>
            </a:fld>
            <a:endParaRPr lang="en-US"/>
          </a:p>
        </p:txBody>
      </p:sp>
    </p:spTree>
    <p:extLst>
      <p:ext uri="{BB962C8B-B14F-4D97-AF65-F5344CB8AC3E}">
        <p14:creationId xmlns:p14="http://schemas.microsoft.com/office/powerpoint/2010/main" val="4162450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0D38BFC-61C4-0345-A37D-CBAF4D7D7C30}" type="slidenum">
              <a:rPr lang="en-US" smtClean="0"/>
              <a:t>25</a:t>
            </a:fld>
            <a:endParaRPr lang="en-US"/>
          </a:p>
        </p:txBody>
      </p:sp>
    </p:spTree>
    <p:extLst>
      <p:ext uri="{BB962C8B-B14F-4D97-AF65-F5344CB8AC3E}">
        <p14:creationId xmlns:p14="http://schemas.microsoft.com/office/powerpoint/2010/main" val="27774864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D38BFC-61C4-0345-A37D-CBAF4D7D7C30}" type="slidenum">
              <a:rPr lang="en-US" smtClean="0"/>
              <a:t>26</a:t>
            </a:fld>
            <a:endParaRPr lang="en-US"/>
          </a:p>
        </p:txBody>
      </p:sp>
    </p:spTree>
    <p:extLst>
      <p:ext uri="{BB962C8B-B14F-4D97-AF65-F5344CB8AC3E}">
        <p14:creationId xmlns:p14="http://schemas.microsoft.com/office/powerpoint/2010/main" val="28544798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67E81-A1B8-9E88-B13B-E43974372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8BCE2-12A3-894E-4355-29321C5B16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92AC1-F064-C848-EB28-1F876F93DBD6}"/>
              </a:ext>
            </a:extLst>
          </p:cNvPr>
          <p:cNvSpPr>
            <a:spLocks noGrp="1"/>
          </p:cNvSpPr>
          <p:nvPr>
            <p:ph type="body" idx="1"/>
          </p:nvPr>
        </p:nvSpPr>
        <p:spPr/>
        <p:txBody>
          <a:bodyPr/>
          <a:lstStyle/>
          <a:p>
            <a:r>
              <a:rPr lang="en-US" dirty="0"/>
              <a:t>    </a:t>
            </a:r>
          </a:p>
        </p:txBody>
      </p:sp>
      <p:sp>
        <p:nvSpPr>
          <p:cNvPr id="4" name="Slide Number Placeholder 3">
            <a:extLst>
              <a:ext uri="{FF2B5EF4-FFF2-40B4-BE49-F238E27FC236}">
                <a16:creationId xmlns:a16="http://schemas.microsoft.com/office/drawing/2014/main" id="{DB86D367-EE67-B72E-4BAC-B5B4C1CA1BFE}"/>
              </a:ext>
            </a:extLst>
          </p:cNvPr>
          <p:cNvSpPr>
            <a:spLocks noGrp="1"/>
          </p:cNvSpPr>
          <p:nvPr>
            <p:ph type="sldNum" sz="quarter" idx="5"/>
          </p:nvPr>
        </p:nvSpPr>
        <p:spPr/>
        <p:txBody>
          <a:bodyPr/>
          <a:lstStyle/>
          <a:p>
            <a:fld id="{70D38BFC-61C4-0345-A37D-CBAF4D7D7C30}" type="slidenum">
              <a:rPr lang="en-US" smtClean="0"/>
              <a:t>27</a:t>
            </a:fld>
            <a:endParaRPr lang="en-US"/>
          </a:p>
        </p:txBody>
      </p:sp>
    </p:spTree>
    <p:extLst>
      <p:ext uri="{BB962C8B-B14F-4D97-AF65-F5344CB8AC3E}">
        <p14:creationId xmlns:p14="http://schemas.microsoft.com/office/powerpoint/2010/main" val="1162868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10/15/25</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9962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10/15/25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93316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10/15/25</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09869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10/15/25</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20858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10/15/25</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89555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10/15/25</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8482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10/15/25</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70735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10/15/25</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1886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10/15/25</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30970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10/15/25</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64518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10/15/25</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76954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10/15/25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823487836"/>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7" r:id="rId6"/>
    <p:sldLayoutId id="2147483732" r:id="rId7"/>
    <p:sldLayoutId id="2147483733" r:id="rId8"/>
    <p:sldLayoutId id="2147483734" r:id="rId9"/>
    <p:sldLayoutId id="2147483736" r:id="rId10"/>
    <p:sldLayoutId id="2147483735"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5.xml"/><Relationship Id="rId13" Type="http://schemas.openxmlformats.org/officeDocument/2006/relationships/image" Target="../media/image5.png"/><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088/0953-8984/19/33/335219"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doi.org/10.48550/ARXIV.2404.05779" TargetMode="External"/><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0.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60000"/>
            <a:lum/>
          </a:blip>
          <a:srcRect/>
          <a:stretch>
            <a:fillRect l="-6000" r="-6000"/>
          </a:stretch>
        </a:blip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D42C44-8635-D163-C33A-F8824CD62FC0}"/>
              </a:ext>
            </a:extLst>
          </p:cNvPr>
          <p:cNvSpPr>
            <a:spLocks noGrp="1"/>
          </p:cNvSpPr>
          <p:nvPr>
            <p:ph type="ctrTitle"/>
          </p:nvPr>
        </p:nvSpPr>
        <p:spPr>
          <a:xfrm>
            <a:off x="6294306" y="917464"/>
            <a:ext cx="5962995" cy="2192320"/>
          </a:xfrm>
        </p:spPr>
        <p:txBody>
          <a:bodyPr anchor="b">
            <a:normAutofit/>
          </a:bodyPr>
          <a:lstStyle/>
          <a:p>
            <a:r>
              <a:rPr lang="en-GB" sz="3700" b="0" i="0" u="none" strike="noStrike" dirty="0">
                <a:effectLst/>
                <a:latin typeface="Verdana" panose="020B0604030504040204" pitchFamily="34" charset="0"/>
              </a:rPr>
              <a:t>Shaping a modern approach to open data from a World-leading science facility</a:t>
            </a:r>
            <a:endParaRPr lang="en-US" sz="3700" dirty="0"/>
          </a:p>
        </p:txBody>
      </p:sp>
      <p:sp>
        <p:nvSpPr>
          <p:cNvPr id="3" name="Subtitle 2">
            <a:extLst>
              <a:ext uri="{FF2B5EF4-FFF2-40B4-BE49-F238E27FC236}">
                <a16:creationId xmlns:a16="http://schemas.microsoft.com/office/drawing/2014/main" id="{C87B69E1-F28F-9CD6-58E2-04806CFED524}"/>
              </a:ext>
            </a:extLst>
          </p:cNvPr>
          <p:cNvSpPr>
            <a:spLocks noGrp="1"/>
          </p:cNvSpPr>
          <p:nvPr>
            <p:ph type="subTitle" idx="1"/>
          </p:nvPr>
        </p:nvSpPr>
        <p:spPr>
          <a:xfrm>
            <a:off x="6288447" y="3406966"/>
            <a:ext cx="5903552" cy="2904956"/>
          </a:xfrm>
        </p:spPr>
        <p:txBody>
          <a:bodyPr vert="horz" lIns="91440" tIns="45720" rIns="91440" bIns="45720" rtlCol="0" anchor="t">
            <a:noAutofit/>
          </a:bodyPr>
          <a:lstStyle/>
          <a:p>
            <a:pPr>
              <a:lnSpc>
                <a:spcPts val="1000"/>
              </a:lnSpc>
            </a:pPr>
            <a:r>
              <a:rPr lang="en-US" sz="1400" b="1" dirty="0"/>
              <a:t>Terence Tan, </a:t>
            </a:r>
            <a:r>
              <a:rPr lang="en-US" sz="1400" dirty="0"/>
              <a:t>DPhil student </a:t>
            </a:r>
          </a:p>
          <a:p>
            <a:pPr>
              <a:lnSpc>
                <a:spcPts val="1000"/>
              </a:lnSpc>
            </a:pPr>
            <a:r>
              <a:rPr lang="en-US" sz="1400" dirty="0"/>
              <a:t>Diamond-Oxford Research Project (4 years) – Information Engineer</a:t>
            </a:r>
          </a:p>
          <a:p>
            <a:pPr>
              <a:lnSpc>
                <a:spcPts val="1000"/>
              </a:lnSpc>
            </a:pPr>
            <a:r>
              <a:rPr lang="en-US" sz="1400" dirty="0"/>
              <a:t>Data Readiness Group, Department of Engineering Science </a:t>
            </a:r>
          </a:p>
          <a:p>
            <a:pPr>
              <a:lnSpc>
                <a:spcPts val="1000"/>
              </a:lnSpc>
            </a:pPr>
            <a:r>
              <a:rPr lang="en-US" sz="1400" dirty="0"/>
              <a:t>University of Oxford</a:t>
            </a:r>
          </a:p>
          <a:p>
            <a:pPr>
              <a:lnSpc>
                <a:spcPct val="100000"/>
              </a:lnSpc>
            </a:pPr>
            <a:endParaRPr lang="en-US" sz="1400" dirty="0"/>
          </a:p>
          <a:p>
            <a:pPr>
              <a:lnSpc>
                <a:spcPct val="100000"/>
              </a:lnSpc>
            </a:pPr>
            <a:r>
              <a:rPr lang="en-US" sz="1400" b="1" i="1" dirty="0"/>
              <a:t>Supervisors</a:t>
            </a:r>
            <a:r>
              <a:rPr lang="en-US" sz="1400" dirty="0"/>
              <a:t>: Steve Collins (Diamond), Susanna-Assunta Sansone and Philippe Rocca-Serra (Oxford)</a:t>
            </a:r>
          </a:p>
          <a:p>
            <a:pPr>
              <a:lnSpc>
                <a:spcPct val="100000"/>
              </a:lnSpc>
            </a:pPr>
            <a:endParaRPr lang="en-US" sz="1400" b="1" i="1" dirty="0"/>
          </a:p>
          <a:p>
            <a:pPr>
              <a:lnSpc>
                <a:spcPct val="100000"/>
              </a:lnSpc>
            </a:pPr>
            <a:r>
              <a:rPr lang="en-US" sz="1400" b="1" i="1" dirty="0"/>
              <a:t>Project Stakeholder Group</a:t>
            </a:r>
            <a:r>
              <a:rPr lang="en-US" sz="1400" dirty="0"/>
              <a:t>: Brian Matthews (STFC), Darren Batey (Diamond), David Aragao (Diamond), Francesco </a:t>
            </a:r>
            <a:r>
              <a:rPr lang="en-US" sz="1400" dirty="0" err="1"/>
              <a:t>Maccherozzi</a:t>
            </a:r>
            <a:r>
              <a:rPr lang="en-US" sz="1400" dirty="0"/>
              <a:t> (Diamond), Ian Bush (Diamond), </a:t>
            </a:r>
            <a:r>
              <a:rPr lang="en-US" sz="1400" dirty="0">
                <a:ea typeface="+mn-lt"/>
                <a:cs typeface="+mn-lt"/>
              </a:rPr>
              <a:t>Tim Snow (Diamond),</a:t>
            </a:r>
            <a:r>
              <a:rPr lang="en-US" sz="1400" dirty="0"/>
              <a:t> Renaud </a:t>
            </a:r>
            <a:r>
              <a:rPr lang="en-US" sz="1400" dirty="0" err="1"/>
              <a:t>Duyme</a:t>
            </a:r>
            <a:r>
              <a:rPr lang="en-US" sz="1400" dirty="0"/>
              <a:t> (ESRF)</a:t>
            </a:r>
            <a:endParaRPr lang="en-US" sz="1400" dirty="0">
              <a:ea typeface="+mn-lt"/>
              <a:cs typeface="+mn-lt"/>
            </a:endParaRPr>
          </a:p>
          <a:p>
            <a:pPr>
              <a:lnSpc>
                <a:spcPct val="100000"/>
              </a:lnSpc>
            </a:pPr>
            <a:endParaRPr lang="en-US" sz="1400" dirty="0"/>
          </a:p>
        </p:txBody>
      </p:sp>
      <p:sp>
        <p:nvSpPr>
          <p:cNvPr id="32" name="Rectangle 3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group of icons on a black background&#10;&#10;Description automatically generated">
            <a:extLst>
              <a:ext uri="{FF2B5EF4-FFF2-40B4-BE49-F238E27FC236}">
                <a16:creationId xmlns:a16="http://schemas.microsoft.com/office/drawing/2014/main" id="{8F4A9DDB-8563-2A66-1FBF-1EB7F29D024F}"/>
              </a:ext>
            </a:extLst>
          </p:cNvPr>
          <p:cNvPicPr>
            <a:picLocks noChangeAspect="1"/>
          </p:cNvPicPr>
          <p:nvPr/>
        </p:nvPicPr>
        <p:blipFill>
          <a:blip r:embed="rId4"/>
          <a:stretch>
            <a:fillRect/>
          </a:stretch>
        </p:blipFill>
        <p:spPr>
          <a:xfrm>
            <a:off x="1981914" y="3202138"/>
            <a:ext cx="4307641" cy="1818390"/>
          </a:xfrm>
          <a:prstGeom prst="rect">
            <a:avLst/>
          </a:prstGeom>
        </p:spPr>
      </p:pic>
      <p:pic>
        <p:nvPicPr>
          <p:cNvPr id="1028" name="Picture 4">
            <a:extLst>
              <a:ext uri="{FF2B5EF4-FFF2-40B4-BE49-F238E27FC236}">
                <a16:creationId xmlns:a16="http://schemas.microsoft.com/office/drawing/2014/main" id="{B01B5477-F1D4-2E67-4491-4BCE9A0946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9698" y="107627"/>
            <a:ext cx="1025310" cy="1025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467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1500"/>
                                  </p:stCondLst>
                                  <p:iterate>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7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1500"/>
                                  </p:stCondLst>
                                  <p:iterate>
                                    <p:tmPct val="10000"/>
                                  </p:iterate>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7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1500"/>
                                  </p:stCondLst>
                                  <p:iterate>
                                    <p:tmPct val="10000"/>
                                  </p:iterate>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7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DB3BB-D5B9-0428-3E3A-EC1111A4AB56}"/>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DA66BB77-3318-5798-E1DE-42963433828E}"/>
              </a:ext>
            </a:extLst>
          </p:cNvPr>
          <p:cNvSpPr>
            <a:spLocks noGrp="1"/>
          </p:cNvSpPr>
          <p:nvPr>
            <p:ph idx="1"/>
          </p:nvPr>
        </p:nvSpPr>
        <p:spPr>
          <a:xfrm>
            <a:off x="871334" y="1665667"/>
            <a:ext cx="10168128" cy="4639526"/>
          </a:xfrm>
        </p:spPr>
        <p:txBody>
          <a:bodyPr vert="horz" lIns="91440" tIns="45720" rIns="91440" bIns="45720" rtlCol="0" anchor="t">
            <a:normAutofit/>
          </a:bodyPr>
          <a:lstStyle/>
          <a:p>
            <a:pPr marL="0" indent="0">
              <a:buNone/>
            </a:pPr>
            <a:endParaRPr lang="en-US" dirty="0"/>
          </a:p>
          <a:p>
            <a:r>
              <a:rPr lang="en-US" sz="2000" dirty="0">
                <a:cs typeface="Arial"/>
              </a:rPr>
              <a:t>High level introduction</a:t>
            </a:r>
          </a:p>
          <a:p>
            <a:pPr lvl="1">
              <a:buFont typeface="Courier New" panose="020B0604020202020204" pitchFamily="34" charset="0"/>
              <a:buChar char="o"/>
            </a:pPr>
            <a:r>
              <a:rPr lang="en-US" sz="1600" dirty="0">
                <a:cs typeface="Arial"/>
              </a:rPr>
              <a:t>The FAIR Principles</a:t>
            </a:r>
          </a:p>
          <a:p>
            <a:pPr lvl="1">
              <a:buFont typeface="Courier New" panose="020B0604020202020204" pitchFamily="34" charset="0"/>
              <a:buChar char="o"/>
            </a:pPr>
            <a:r>
              <a:rPr lang="en-US" sz="1600" dirty="0">
                <a:cs typeface="Arial"/>
              </a:rPr>
              <a:t>Research overview</a:t>
            </a:r>
          </a:p>
          <a:p>
            <a:r>
              <a:rPr lang="en-US" sz="2000" dirty="0">
                <a:cs typeface="Arial"/>
              </a:rPr>
              <a:t>My activities</a:t>
            </a:r>
          </a:p>
          <a:p>
            <a:pPr lvl="1">
              <a:buFont typeface="Courier New" panose="020B0604020202020204" pitchFamily="34" charset="0"/>
              <a:buChar char="o"/>
            </a:pPr>
            <a:r>
              <a:rPr lang="en-US" sz="1600" dirty="0">
                <a:cs typeface="Arial"/>
              </a:rPr>
              <a:t>PaNET ontology - completed</a:t>
            </a:r>
          </a:p>
          <a:p>
            <a:pPr lvl="1">
              <a:buFont typeface="Courier New" panose="020B0604020202020204" pitchFamily="34" charset="0"/>
              <a:buChar char="o"/>
            </a:pPr>
            <a:r>
              <a:rPr lang="en-US" sz="1600" dirty="0">
                <a:cs typeface="Arial"/>
              </a:rPr>
              <a:t>Topic classification for proposals – ongoing</a:t>
            </a:r>
          </a:p>
          <a:p>
            <a:pPr lvl="2">
              <a:buFont typeface="Courier New" panose="020B0604020202020204" pitchFamily="34" charset="0"/>
              <a:buChar char="o"/>
            </a:pPr>
            <a:r>
              <a:rPr lang="en-US" sz="1400" dirty="0">
                <a:cs typeface="Arial"/>
              </a:rPr>
              <a:t>Discussion</a:t>
            </a:r>
          </a:p>
          <a:p>
            <a:pPr lvl="1">
              <a:buFont typeface="Courier New" panose="020B0604020202020204" pitchFamily="34" charset="0"/>
              <a:buChar char="o"/>
            </a:pPr>
            <a:r>
              <a:rPr lang="en-US" sz="1600" dirty="0">
                <a:cs typeface="Arial"/>
              </a:rPr>
              <a:t>Proposal matching system – planned</a:t>
            </a:r>
          </a:p>
          <a:p>
            <a:pPr lvl="1">
              <a:buFont typeface="Courier New" panose="020B0604020202020204" pitchFamily="34" charset="0"/>
              <a:buChar char="o"/>
            </a:pPr>
            <a:r>
              <a:rPr lang="en-US" sz="1600" dirty="0">
                <a:cs typeface="Arial"/>
              </a:rPr>
              <a:t>FAIR for AI - planned</a:t>
            </a:r>
          </a:p>
          <a:p>
            <a:r>
              <a:rPr lang="en-US" sz="2000" dirty="0">
                <a:cs typeface="Arial"/>
              </a:rPr>
              <a:t>Discussion and feedback</a:t>
            </a:r>
          </a:p>
          <a:p>
            <a:endParaRPr lang="en-US" dirty="0">
              <a:latin typeface="Neue Haas Grotesk Text Pro"/>
              <a:cs typeface="Arial"/>
            </a:endParaRPr>
          </a:p>
        </p:txBody>
      </p:sp>
    </p:spTree>
    <p:extLst>
      <p:ext uri="{BB962C8B-B14F-4D97-AF65-F5344CB8AC3E}">
        <p14:creationId xmlns:p14="http://schemas.microsoft.com/office/powerpoint/2010/main" val="196816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ssolv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dissolv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dissolv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dissolv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dissolve">
                                      <p:cBhvr>
                                        <p:cTn id="5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434B55F3-08D2-AE3B-4255-DD636EAB73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524" y="601132"/>
            <a:ext cx="9988952" cy="3218513"/>
          </a:xfrm>
          <a:prstGeom prst="rect">
            <a:avLst/>
          </a:prstGeom>
          <a:noFill/>
          <a:ln w="76200">
            <a:solidFill>
              <a:schemeClr val="tx1"/>
            </a:solidFill>
          </a:ln>
          <a:effectLst>
            <a:softEdge rad="0"/>
          </a:effectLst>
          <a:extLst>
            <a:ext uri="{909E8E84-426E-40DD-AFC4-6F175D3DCCD1}">
              <a14:hiddenFill xmlns:a14="http://schemas.microsoft.com/office/drawing/2010/main">
                <a:solidFill>
                  <a:srgbClr val="FFFFFF"/>
                </a:solidFill>
              </a14:hiddenFill>
            </a:ext>
          </a:extLst>
        </p:spPr>
      </p:pic>
      <p:graphicFrame>
        <p:nvGraphicFramePr>
          <p:cNvPr id="3" name="Content Placeholder 3">
            <a:extLst>
              <a:ext uri="{FF2B5EF4-FFF2-40B4-BE49-F238E27FC236}">
                <a16:creationId xmlns:a16="http://schemas.microsoft.com/office/drawing/2014/main" id="{517FFB1D-9AA7-D279-9D6A-C989DFE35741}"/>
              </a:ext>
            </a:extLst>
          </p:cNvPr>
          <p:cNvGraphicFramePr>
            <a:graphicFrameLocks/>
          </p:cNvGraphicFramePr>
          <p:nvPr>
            <p:extLst>
              <p:ext uri="{D42A27DB-BD31-4B8C-83A1-F6EECF244321}">
                <p14:modId xmlns:p14="http://schemas.microsoft.com/office/powerpoint/2010/main" val="4216661833"/>
              </p:ext>
            </p:extLst>
          </p:nvPr>
        </p:nvGraphicFramePr>
        <p:xfrm>
          <a:off x="1012031" y="1900052"/>
          <a:ext cx="10167937" cy="38129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3511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graphicEl>
                                              <a:dgm id="{352B7660-63D1-7943-8ED0-C50172C702C3}"/>
                                            </p:graphicEl>
                                          </p:spTgt>
                                        </p:tgtEl>
                                        <p:attrNameLst>
                                          <p:attrName>style.visibility</p:attrName>
                                        </p:attrNameLst>
                                      </p:cBhvr>
                                      <p:to>
                                        <p:strVal val="visible"/>
                                      </p:to>
                                    </p:set>
                                    <p:animEffect transition="in" filter="dissolve">
                                      <p:cBhvr>
                                        <p:cTn id="12" dur="500"/>
                                        <p:tgtEl>
                                          <p:spTgt spid="3">
                                            <p:graphicEl>
                                              <a:dgm id="{352B7660-63D1-7943-8ED0-C50172C702C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graphicEl>
                                              <a:dgm id="{B18278CE-90F2-1C4A-ADB3-4809ABDCF481}"/>
                                            </p:graphicEl>
                                          </p:spTgt>
                                        </p:tgtEl>
                                        <p:attrNameLst>
                                          <p:attrName>style.visibility</p:attrName>
                                        </p:attrNameLst>
                                      </p:cBhvr>
                                      <p:to>
                                        <p:strVal val="visible"/>
                                      </p:to>
                                    </p:set>
                                    <p:animEffect transition="in" filter="dissolve">
                                      <p:cBhvr>
                                        <p:cTn id="17" dur="500"/>
                                        <p:tgtEl>
                                          <p:spTgt spid="3">
                                            <p:graphicEl>
                                              <a:dgm id="{B18278CE-90F2-1C4A-ADB3-4809ABDCF481}"/>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graphicEl>
                                              <a:dgm id="{C5EF9FF8-4BAD-E240-9E5C-AA8627609423}"/>
                                            </p:graphicEl>
                                          </p:spTgt>
                                        </p:tgtEl>
                                        <p:attrNameLst>
                                          <p:attrName>style.visibility</p:attrName>
                                        </p:attrNameLst>
                                      </p:cBhvr>
                                      <p:to>
                                        <p:strVal val="visible"/>
                                      </p:to>
                                    </p:set>
                                    <p:animEffect transition="in" filter="dissolve">
                                      <p:cBhvr>
                                        <p:cTn id="22" dur="500"/>
                                        <p:tgtEl>
                                          <p:spTgt spid="3">
                                            <p:graphicEl>
                                              <a:dgm id="{C5EF9FF8-4BAD-E240-9E5C-AA8627609423}"/>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graphicEl>
                                              <a:dgm id="{162B0C11-9661-B449-ACFF-812C9AC8DC66}"/>
                                            </p:graphicEl>
                                          </p:spTgt>
                                        </p:tgtEl>
                                        <p:attrNameLst>
                                          <p:attrName>style.visibility</p:attrName>
                                        </p:attrNameLst>
                                      </p:cBhvr>
                                      <p:to>
                                        <p:strVal val="visible"/>
                                      </p:to>
                                    </p:set>
                                    <p:animEffect transition="in" filter="dissolve">
                                      <p:cBhvr>
                                        <p:cTn id="27" dur="500"/>
                                        <p:tgtEl>
                                          <p:spTgt spid="3">
                                            <p:graphicEl>
                                              <a:dgm id="{162B0C11-9661-B449-ACFF-812C9AC8DC66}"/>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graphicEl>
                                              <a:dgm id="{56B008CF-AEA0-F246-A93A-CBD1DC1E3447}"/>
                                            </p:graphicEl>
                                          </p:spTgt>
                                        </p:tgtEl>
                                        <p:attrNameLst>
                                          <p:attrName>style.visibility</p:attrName>
                                        </p:attrNameLst>
                                      </p:cBhvr>
                                      <p:to>
                                        <p:strVal val="visible"/>
                                      </p:to>
                                    </p:set>
                                    <p:animEffect transition="in" filter="dissolve">
                                      <p:cBhvr>
                                        <p:cTn id="32" dur="500"/>
                                        <p:tgtEl>
                                          <p:spTgt spid="3">
                                            <p:graphicEl>
                                              <a:dgm id="{56B008CF-AEA0-F246-A93A-CBD1DC1E3447}"/>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graphicEl>
                                              <a:dgm id="{4A89FDFE-1E1F-BE4A-A838-4761EA4B081D}"/>
                                            </p:graphicEl>
                                          </p:spTgt>
                                        </p:tgtEl>
                                        <p:attrNameLst>
                                          <p:attrName>style.visibility</p:attrName>
                                        </p:attrNameLst>
                                      </p:cBhvr>
                                      <p:to>
                                        <p:strVal val="visible"/>
                                      </p:to>
                                    </p:set>
                                    <p:animEffect transition="in" filter="dissolve">
                                      <p:cBhvr>
                                        <p:cTn id="37" dur="500"/>
                                        <p:tgtEl>
                                          <p:spTgt spid="3">
                                            <p:graphicEl>
                                              <a:dgm id="{4A89FDFE-1E1F-BE4A-A838-4761EA4B081D}"/>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
                                            <p:graphicEl>
                                              <a:dgm id="{640BC064-7657-404F-BF6D-E76E128D9EAF}"/>
                                            </p:graphicEl>
                                          </p:spTgt>
                                        </p:tgtEl>
                                        <p:attrNameLst>
                                          <p:attrName>style.visibility</p:attrName>
                                        </p:attrNameLst>
                                      </p:cBhvr>
                                      <p:to>
                                        <p:strVal val="visible"/>
                                      </p:to>
                                    </p:set>
                                    <p:animEffect transition="in" filter="dissolve">
                                      <p:cBhvr>
                                        <p:cTn id="42" dur="500"/>
                                        <p:tgtEl>
                                          <p:spTgt spid="3">
                                            <p:graphicEl>
                                              <a:dgm id="{640BC064-7657-404F-BF6D-E76E128D9EAF}"/>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7B4D-E51B-11C0-DCF9-CEE1D71C1E56}"/>
              </a:ext>
            </a:extLst>
          </p:cNvPr>
          <p:cNvSpPr>
            <a:spLocks noGrp="1"/>
          </p:cNvSpPr>
          <p:nvPr>
            <p:ph type="title"/>
          </p:nvPr>
        </p:nvSpPr>
        <p:spPr/>
        <p:txBody>
          <a:bodyPr/>
          <a:lstStyle/>
          <a:p>
            <a:r>
              <a:rPr lang="en-US" dirty="0"/>
              <a:t>Research questions</a:t>
            </a:r>
          </a:p>
        </p:txBody>
      </p:sp>
      <p:sp>
        <p:nvSpPr>
          <p:cNvPr id="3" name="Content Placeholder 2">
            <a:extLst>
              <a:ext uri="{FF2B5EF4-FFF2-40B4-BE49-F238E27FC236}">
                <a16:creationId xmlns:a16="http://schemas.microsoft.com/office/drawing/2014/main" id="{303B0C8A-EE4A-FB3A-73CA-CB5683DAD790}"/>
              </a:ext>
            </a:extLst>
          </p:cNvPr>
          <p:cNvSpPr>
            <a:spLocks noGrp="1"/>
          </p:cNvSpPr>
          <p:nvPr>
            <p:ph idx="1"/>
          </p:nvPr>
        </p:nvSpPr>
        <p:spPr>
          <a:xfrm>
            <a:off x="713606" y="2150220"/>
            <a:ext cx="10764788" cy="2267234"/>
          </a:xfrm>
        </p:spPr>
        <p:txBody>
          <a:bodyPr vert="horz" lIns="91440" tIns="45720" rIns="91440" bIns="45720" rtlCol="0" anchor="t">
            <a:noAutofit/>
          </a:bodyPr>
          <a:lstStyle/>
          <a:p>
            <a:pPr marL="514350" indent="-514350">
              <a:buFont typeface="+mj-lt"/>
              <a:buAutoNum type="arabicPeriod"/>
            </a:pPr>
            <a:r>
              <a:rPr lang="en-US" sz="1800" dirty="0"/>
              <a:t>How does the adoption of FAIR Principles at Diamond affect synchrotron data management?</a:t>
            </a:r>
          </a:p>
          <a:p>
            <a:pPr marL="514350" indent="-514350">
              <a:buFont typeface="+mj-lt"/>
              <a:buAutoNum type="arabicPeriod"/>
            </a:pPr>
            <a:r>
              <a:rPr lang="en-US" sz="1800" dirty="0"/>
              <a:t>What benefits do the FAIR Principles bring to Diamond as an organisation and to its science life cycle?</a:t>
            </a:r>
          </a:p>
          <a:p>
            <a:pPr marL="514350" indent="-514350">
              <a:buFont typeface="+mj-lt"/>
              <a:buAutoNum type="arabicPeriod"/>
            </a:pPr>
            <a:r>
              <a:rPr lang="en-GB" sz="1800" dirty="0"/>
              <a:t>How does the implementation of the FAIR Principles contribute to making synchrotron data AI-ready?</a:t>
            </a:r>
          </a:p>
        </p:txBody>
      </p:sp>
      <p:sp>
        <p:nvSpPr>
          <p:cNvPr id="6" name="TextBox 5">
            <a:extLst>
              <a:ext uri="{FF2B5EF4-FFF2-40B4-BE49-F238E27FC236}">
                <a16:creationId xmlns:a16="http://schemas.microsoft.com/office/drawing/2014/main" id="{283F0FF5-4CC7-3F03-1600-12F3382B7CA7}"/>
              </a:ext>
            </a:extLst>
          </p:cNvPr>
          <p:cNvSpPr txBox="1"/>
          <p:nvPr/>
        </p:nvSpPr>
        <p:spPr>
          <a:xfrm>
            <a:off x="713606" y="5260751"/>
            <a:ext cx="102695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dirty="0">
                <a:latin typeface="Neue Haas Grotesk Text Pro"/>
                <a:cs typeface="Arial"/>
              </a:rPr>
              <a:t>Project Stakeholder Group: representing key interests and perspectives </a:t>
            </a:r>
            <a:endParaRPr lang="en-GB" dirty="0">
              <a:latin typeface="Neue Haas Grotesk Text Pro"/>
            </a:endParaRPr>
          </a:p>
        </p:txBody>
      </p:sp>
    </p:spTree>
    <p:extLst>
      <p:ext uri="{BB962C8B-B14F-4D97-AF65-F5344CB8AC3E}">
        <p14:creationId xmlns:p14="http://schemas.microsoft.com/office/powerpoint/2010/main" val="310950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dissolve">
                                      <p:cBhvr>
                                        <p:cTn id="2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0487C-177F-5101-E555-4C65962A1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1566F-71A6-145F-972E-96FD016D883D}"/>
              </a:ext>
            </a:extLst>
          </p:cNvPr>
          <p:cNvSpPr>
            <a:spLocks noGrp="1"/>
          </p:cNvSpPr>
          <p:nvPr>
            <p:ph type="title"/>
          </p:nvPr>
        </p:nvSpPr>
        <p:spPr/>
        <p:txBody>
          <a:bodyPr/>
          <a:lstStyle/>
          <a:p>
            <a:r>
              <a:rPr lang="en-US" dirty="0"/>
              <a:t>Research activities</a:t>
            </a:r>
          </a:p>
        </p:txBody>
      </p:sp>
      <p:graphicFrame>
        <p:nvGraphicFramePr>
          <p:cNvPr id="13" name="Diagram 12">
            <a:extLst>
              <a:ext uri="{FF2B5EF4-FFF2-40B4-BE49-F238E27FC236}">
                <a16:creationId xmlns:a16="http://schemas.microsoft.com/office/drawing/2014/main" id="{57E2847F-C643-880B-49F3-99EE893156AC}"/>
              </a:ext>
            </a:extLst>
          </p:cNvPr>
          <p:cNvGraphicFramePr/>
          <p:nvPr>
            <p:extLst>
              <p:ext uri="{D42A27DB-BD31-4B8C-83A1-F6EECF244321}">
                <p14:modId xmlns:p14="http://schemas.microsoft.com/office/powerpoint/2010/main" val="1508929517"/>
              </p:ext>
            </p:extLst>
          </p:nvPr>
        </p:nvGraphicFramePr>
        <p:xfrm>
          <a:off x="1934339" y="1350987"/>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extBox 13">
            <a:extLst>
              <a:ext uri="{FF2B5EF4-FFF2-40B4-BE49-F238E27FC236}">
                <a16:creationId xmlns:a16="http://schemas.microsoft.com/office/drawing/2014/main" id="{02D9DAE8-005D-26A7-2666-3588BDF13557}"/>
              </a:ext>
            </a:extLst>
          </p:cNvPr>
          <p:cNvSpPr txBox="1"/>
          <p:nvPr/>
        </p:nvSpPr>
        <p:spPr>
          <a:xfrm>
            <a:off x="8579933" y="3097624"/>
            <a:ext cx="1395390" cy="369332"/>
          </a:xfrm>
          <a:prstGeom prst="rect">
            <a:avLst/>
          </a:prstGeom>
          <a:noFill/>
        </p:spPr>
        <p:txBody>
          <a:bodyPr wrap="square" rtlCol="0">
            <a:spAutoFit/>
          </a:bodyPr>
          <a:lstStyle/>
          <a:p>
            <a:r>
              <a:rPr lang="en-US" dirty="0"/>
              <a:t>FAIR for AI</a:t>
            </a:r>
          </a:p>
        </p:txBody>
      </p:sp>
      <p:sp>
        <p:nvSpPr>
          <p:cNvPr id="15" name="TextBox 14">
            <a:extLst>
              <a:ext uri="{FF2B5EF4-FFF2-40B4-BE49-F238E27FC236}">
                <a16:creationId xmlns:a16="http://schemas.microsoft.com/office/drawing/2014/main" id="{75CBAE54-83A8-9D8A-BA9C-2B5320AFC62D}"/>
              </a:ext>
            </a:extLst>
          </p:cNvPr>
          <p:cNvSpPr txBox="1"/>
          <p:nvPr/>
        </p:nvSpPr>
        <p:spPr>
          <a:xfrm>
            <a:off x="3416254" y="3057253"/>
            <a:ext cx="3062605" cy="369332"/>
          </a:xfrm>
          <a:prstGeom prst="rect">
            <a:avLst/>
          </a:prstGeom>
          <a:noFill/>
        </p:spPr>
        <p:txBody>
          <a:bodyPr wrap="square" rtlCol="0">
            <a:spAutoFit/>
          </a:bodyPr>
          <a:lstStyle/>
          <a:p>
            <a:r>
              <a:rPr lang="en-US" dirty="0"/>
              <a:t>FAIR adoption and benefits</a:t>
            </a:r>
          </a:p>
        </p:txBody>
      </p:sp>
    </p:spTree>
    <p:extLst>
      <p:ext uri="{BB962C8B-B14F-4D97-AF65-F5344CB8AC3E}">
        <p14:creationId xmlns:p14="http://schemas.microsoft.com/office/powerpoint/2010/main" val="2948631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graphicEl>
                                              <a:dgm id="{E3AB380C-453A-E949-859D-72D6FFF3F449}"/>
                                            </p:graphicEl>
                                          </p:spTgt>
                                        </p:tgtEl>
                                        <p:attrNameLst>
                                          <p:attrName>style.visibility</p:attrName>
                                        </p:attrNameLst>
                                      </p:cBhvr>
                                      <p:to>
                                        <p:strVal val="visible"/>
                                      </p:to>
                                    </p:set>
                                    <p:animEffect transition="in" filter="dissolve">
                                      <p:cBhvr>
                                        <p:cTn id="7" dur="500"/>
                                        <p:tgtEl>
                                          <p:spTgt spid="13">
                                            <p:graphicEl>
                                              <a:dgm id="{E3AB380C-453A-E949-859D-72D6FFF3F449}"/>
                                            </p:graphic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dissolv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3">
                                            <p:graphicEl>
                                              <a:dgm id="{EF506B90-E995-B948-B4AF-22B15415FA3D}"/>
                                            </p:graphicEl>
                                          </p:spTgt>
                                        </p:tgtEl>
                                        <p:attrNameLst>
                                          <p:attrName>style.visibility</p:attrName>
                                        </p:attrNameLst>
                                      </p:cBhvr>
                                      <p:to>
                                        <p:strVal val="visible"/>
                                      </p:to>
                                    </p:set>
                                    <p:animEffect transition="in" filter="dissolve">
                                      <p:cBhvr>
                                        <p:cTn id="15" dur="500"/>
                                        <p:tgtEl>
                                          <p:spTgt spid="13">
                                            <p:graphicEl>
                                              <a:dgm id="{EF506B90-E995-B948-B4AF-22B15415FA3D}"/>
                                            </p:graphic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3">
                                            <p:graphicEl>
                                              <a:dgm id="{672BB02D-3DE1-904C-B509-71E5AFFD8213}"/>
                                            </p:graphicEl>
                                          </p:spTgt>
                                        </p:tgtEl>
                                        <p:attrNameLst>
                                          <p:attrName>style.visibility</p:attrName>
                                        </p:attrNameLst>
                                      </p:cBhvr>
                                      <p:to>
                                        <p:strVal val="visible"/>
                                      </p:to>
                                    </p:set>
                                    <p:animEffect transition="in" filter="dissolve">
                                      <p:cBhvr>
                                        <p:cTn id="18" dur="500"/>
                                        <p:tgtEl>
                                          <p:spTgt spid="13">
                                            <p:graphicEl>
                                              <a:dgm id="{672BB02D-3DE1-904C-B509-71E5AFFD8213}"/>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3">
                                            <p:graphicEl>
                                              <a:dgm id="{C678733D-37FE-F745-9AAB-370691EAD68B}"/>
                                            </p:graphicEl>
                                          </p:spTgt>
                                        </p:tgtEl>
                                        <p:attrNameLst>
                                          <p:attrName>style.visibility</p:attrName>
                                        </p:attrNameLst>
                                      </p:cBhvr>
                                      <p:to>
                                        <p:strVal val="visible"/>
                                      </p:to>
                                    </p:set>
                                    <p:animEffect transition="in" filter="dissolve">
                                      <p:cBhvr>
                                        <p:cTn id="23" dur="500"/>
                                        <p:tgtEl>
                                          <p:spTgt spid="13">
                                            <p:graphicEl>
                                              <a:dgm id="{C678733D-37FE-F745-9AAB-370691EAD68B}"/>
                                            </p:graphic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3">
                                            <p:graphicEl>
                                              <a:dgm id="{F80EBF70-AA28-EC4B-8292-71FA6D44807E}"/>
                                            </p:graphicEl>
                                          </p:spTgt>
                                        </p:tgtEl>
                                        <p:attrNameLst>
                                          <p:attrName>style.visibility</p:attrName>
                                        </p:attrNameLst>
                                      </p:cBhvr>
                                      <p:to>
                                        <p:strVal val="visible"/>
                                      </p:to>
                                    </p:set>
                                    <p:animEffect transition="in" filter="dissolve">
                                      <p:cBhvr>
                                        <p:cTn id="26" dur="500"/>
                                        <p:tgtEl>
                                          <p:spTgt spid="13">
                                            <p:graphicEl>
                                              <a:dgm id="{F80EBF70-AA28-EC4B-8292-71FA6D44807E}"/>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3">
                                            <p:graphicEl>
                                              <a:dgm id="{1796EAEE-4E76-1248-8916-E89B3CD74869}"/>
                                            </p:graphicEl>
                                          </p:spTgt>
                                        </p:tgtEl>
                                        <p:attrNameLst>
                                          <p:attrName>style.visibility</p:attrName>
                                        </p:attrNameLst>
                                      </p:cBhvr>
                                      <p:to>
                                        <p:strVal val="visible"/>
                                      </p:to>
                                    </p:set>
                                    <p:animEffect transition="in" filter="dissolve">
                                      <p:cBhvr>
                                        <p:cTn id="31" dur="500"/>
                                        <p:tgtEl>
                                          <p:spTgt spid="13">
                                            <p:graphicEl>
                                              <a:dgm id="{1796EAEE-4E76-1248-8916-E89B3CD74869}"/>
                                            </p:graphic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graphicEl>
                                              <a:dgm id="{0F7EB432-688B-1E42-8CDF-13F2EC42A3A2}"/>
                                            </p:graphicEl>
                                          </p:spTgt>
                                        </p:tgtEl>
                                        <p:attrNameLst>
                                          <p:attrName>style.visibility</p:attrName>
                                        </p:attrNameLst>
                                      </p:cBhvr>
                                      <p:to>
                                        <p:strVal val="visible"/>
                                      </p:to>
                                    </p:set>
                                    <p:animEffect transition="in" filter="dissolve">
                                      <p:cBhvr>
                                        <p:cTn id="34" dur="500"/>
                                        <p:tgtEl>
                                          <p:spTgt spid="13">
                                            <p:graphicEl>
                                              <a:dgm id="{0F7EB432-688B-1E42-8CDF-13F2EC42A3A2}"/>
                                            </p:graphicEl>
                                          </p:spTgt>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uiExpand="1">
        <p:bldSub>
          <a:bldDgm bld="one"/>
        </p:bldSub>
      </p:bldGraphic>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DD4F2-2319-CC09-C402-2C606D9F3C8E}"/>
              </a:ext>
            </a:extLst>
          </p:cNvPr>
          <p:cNvSpPr>
            <a:spLocks noGrp="1"/>
          </p:cNvSpPr>
          <p:nvPr>
            <p:ph type="title"/>
          </p:nvPr>
        </p:nvSpPr>
        <p:spPr/>
        <p:txBody>
          <a:bodyPr/>
          <a:lstStyle/>
          <a:p>
            <a:r>
              <a:rPr lang="en-US" dirty="0"/>
              <a:t>Research timeline and key milestones</a:t>
            </a:r>
          </a:p>
        </p:txBody>
      </p:sp>
      <p:graphicFrame>
        <p:nvGraphicFramePr>
          <p:cNvPr id="5" name="Diagram 4">
            <a:extLst>
              <a:ext uri="{FF2B5EF4-FFF2-40B4-BE49-F238E27FC236}">
                <a16:creationId xmlns:a16="http://schemas.microsoft.com/office/drawing/2014/main" id="{1BCF2533-9995-7723-3C78-A22F4ECB5EE8}"/>
              </a:ext>
            </a:extLst>
          </p:cNvPr>
          <p:cNvGraphicFramePr/>
          <p:nvPr>
            <p:extLst>
              <p:ext uri="{D42A27DB-BD31-4B8C-83A1-F6EECF244321}">
                <p14:modId xmlns:p14="http://schemas.microsoft.com/office/powerpoint/2010/main" val="323342581"/>
              </p:ext>
            </p:extLst>
          </p:nvPr>
        </p:nvGraphicFramePr>
        <p:xfrm>
          <a:off x="632085" y="2484434"/>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14191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D2FA8-0DEC-5D45-AFA0-54C37E856418}"/>
              </a:ext>
            </a:extLst>
          </p:cNvPr>
          <p:cNvSpPr>
            <a:spLocks noGrp="1"/>
          </p:cNvSpPr>
          <p:nvPr>
            <p:ph type="title"/>
          </p:nvPr>
        </p:nvSpPr>
        <p:spPr/>
        <p:txBody>
          <a:bodyPr anchor="b">
            <a:normAutofit/>
          </a:bodyPr>
          <a:lstStyle/>
          <a:p>
            <a:r>
              <a:rPr lang="en-US" sz="3400" dirty="0"/>
              <a:t>Activity #1</a:t>
            </a:r>
            <a:br>
              <a:rPr lang="en-US" sz="3400" dirty="0"/>
            </a:br>
            <a:r>
              <a:rPr lang="en-US" sz="3400" dirty="0"/>
              <a:t>PaNET ontology</a:t>
            </a:r>
          </a:p>
        </p:txBody>
      </p:sp>
      <p:sp>
        <p:nvSpPr>
          <p:cNvPr id="29" name="Content Placeholder 28">
            <a:extLst>
              <a:ext uri="{FF2B5EF4-FFF2-40B4-BE49-F238E27FC236}">
                <a16:creationId xmlns:a16="http://schemas.microsoft.com/office/drawing/2014/main" id="{66711D2A-3443-2591-E77C-911642794CF3}"/>
              </a:ext>
            </a:extLst>
          </p:cNvPr>
          <p:cNvSpPr>
            <a:spLocks noGrp="1"/>
          </p:cNvSpPr>
          <p:nvPr>
            <p:ph idx="1"/>
          </p:nvPr>
        </p:nvSpPr>
        <p:spPr/>
        <p:txBody>
          <a:bodyPr>
            <a:normAutofit/>
          </a:bodyPr>
          <a:lstStyle/>
          <a:p>
            <a:pPr marL="0" indent="0">
              <a:buNone/>
            </a:pPr>
            <a:r>
              <a:rPr lang="en-GB" sz="1600" dirty="0">
                <a:cs typeface="Times New Roman"/>
              </a:rPr>
              <a:t>Issues</a:t>
            </a:r>
          </a:p>
          <a:p>
            <a:r>
              <a:rPr lang="en-GB" sz="1600" dirty="0">
                <a:cs typeface="Times New Roman"/>
              </a:rPr>
              <a:t>Maintenance-heavy</a:t>
            </a:r>
          </a:p>
          <a:p>
            <a:r>
              <a:rPr lang="en-GB" sz="1600" dirty="0">
                <a:cs typeface="Times New Roman"/>
              </a:rPr>
              <a:t>Missing subclass relationships</a:t>
            </a:r>
          </a:p>
          <a:p>
            <a:pPr marL="0" indent="0">
              <a:buNone/>
            </a:pPr>
            <a:endParaRPr lang="en-GB" sz="1600" dirty="0">
              <a:cs typeface="Times New Roman"/>
            </a:endParaRPr>
          </a:p>
          <a:p>
            <a:pPr marL="0" indent="0">
              <a:buNone/>
            </a:pPr>
            <a:r>
              <a:rPr lang="en-GB" sz="1600" dirty="0">
                <a:cs typeface="Times New Roman"/>
              </a:rPr>
              <a:t>Results of restructuring</a:t>
            </a:r>
          </a:p>
          <a:p>
            <a:r>
              <a:rPr lang="en-GB" sz="1600" dirty="0">
                <a:cs typeface="Times New Roman"/>
              </a:rPr>
              <a:t>PaNET group - easier to maintain the ontology</a:t>
            </a:r>
          </a:p>
          <a:p>
            <a:r>
              <a:rPr lang="en-GB" sz="1600" dirty="0">
                <a:cs typeface="Times New Roman"/>
              </a:rPr>
              <a:t>Users – improved findability of experiment data</a:t>
            </a:r>
          </a:p>
          <a:p>
            <a:endParaRPr lang="en-GB" sz="1600" dirty="0">
              <a:cs typeface="Times New Roman"/>
            </a:endParaRPr>
          </a:p>
          <a:p>
            <a:pPr marL="0" indent="0">
              <a:buNone/>
            </a:pPr>
            <a:endParaRPr lang="en-US" sz="1700" dirty="0"/>
          </a:p>
        </p:txBody>
      </p:sp>
      <p:pic>
        <p:nvPicPr>
          <p:cNvPr id="25" name="Content Placeholder 24" descr="A screenshot of a computer program&#10;&#10;AI-generated content may be incorrect.">
            <a:extLst>
              <a:ext uri="{FF2B5EF4-FFF2-40B4-BE49-F238E27FC236}">
                <a16:creationId xmlns:a16="http://schemas.microsoft.com/office/drawing/2014/main" id="{BE668777-5889-221B-7036-7F780D1CA24C}"/>
              </a:ext>
            </a:extLst>
          </p:cNvPr>
          <p:cNvPicPr>
            <a:picLocks noChangeAspect="1"/>
          </p:cNvPicPr>
          <p:nvPr/>
        </p:nvPicPr>
        <p:blipFill>
          <a:blip r:embed="rId3"/>
          <a:stretch>
            <a:fillRect/>
          </a:stretch>
        </p:blipFill>
        <p:spPr>
          <a:xfrm>
            <a:off x="5422082" y="14969"/>
            <a:ext cx="6769918" cy="6143707"/>
          </a:xfrm>
          <a:prstGeom prst="rect">
            <a:avLst/>
          </a:prstGeom>
        </p:spPr>
      </p:pic>
      <p:sp>
        <p:nvSpPr>
          <p:cNvPr id="28" name="TextBox 27">
            <a:extLst>
              <a:ext uri="{FF2B5EF4-FFF2-40B4-BE49-F238E27FC236}">
                <a16:creationId xmlns:a16="http://schemas.microsoft.com/office/drawing/2014/main" id="{37991F9E-83EA-B208-ECC9-AA920CC23A17}"/>
              </a:ext>
            </a:extLst>
          </p:cNvPr>
          <p:cNvSpPr txBox="1"/>
          <p:nvPr/>
        </p:nvSpPr>
        <p:spPr>
          <a:xfrm>
            <a:off x="0" y="6298672"/>
            <a:ext cx="12192000" cy="830997"/>
          </a:xfrm>
          <a:prstGeom prst="rect">
            <a:avLst/>
          </a:prstGeom>
          <a:noFill/>
        </p:spPr>
        <p:txBody>
          <a:bodyPr wrap="square" rtlCol="0">
            <a:spAutoFit/>
          </a:bodyPr>
          <a:lstStyle/>
          <a:p>
            <a:r>
              <a:rPr lang="en-US" sz="1000" dirty="0"/>
              <a:t>Tan, T., Bagó, B., Busch, S., </a:t>
            </a:r>
            <a:r>
              <a:rPr lang="en-US" sz="1000" dirty="0" err="1"/>
              <a:t>Duyme</a:t>
            </a:r>
            <a:r>
              <a:rPr lang="en-US" sz="1000" dirty="0"/>
              <a:t>, R., </a:t>
            </a:r>
            <a:r>
              <a:rPr lang="en-US" sz="1000" dirty="0" err="1"/>
              <a:t>Gaisné</a:t>
            </a:r>
            <a:r>
              <a:rPr lang="en-US" sz="1000" dirty="0"/>
              <a:t>, G., González Beltrán, A. N., </a:t>
            </a:r>
            <a:r>
              <a:rPr lang="en-US" sz="1000" dirty="0" err="1"/>
              <a:t>Görzig</a:t>
            </a:r>
            <a:r>
              <a:rPr lang="en-US" sz="1000" dirty="0"/>
              <a:t>, H., </a:t>
            </a:r>
            <a:r>
              <a:rPr lang="en-US" sz="1000" dirty="0" err="1"/>
              <a:t>Koumoutsos</a:t>
            </a:r>
            <a:r>
              <a:rPr lang="en-US" sz="1000" dirty="0"/>
              <a:t>, G., Krahl, R., Millar, P., Minotti, C., Nentwich, M., </a:t>
            </a:r>
            <a:r>
              <a:rPr lang="en-US" sz="1000" dirty="0" err="1"/>
              <a:t>Schrettner</a:t>
            </a:r>
            <a:r>
              <a:rPr lang="en-US" sz="1000" dirty="0"/>
              <a:t>, L., </a:t>
            </a:r>
            <a:r>
              <a:rPr lang="en-US" sz="1000" dirty="0" err="1"/>
              <a:t>Syder</a:t>
            </a:r>
            <a:r>
              <a:rPr lang="en-US" sz="1000" dirty="0"/>
              <a:t>, K., Rocca-Serra, P., Sansone, S.-A., &amp; Collins, S. P. (2025). Towards a new vision of PaNET: enhancing reasoning capabilities for better photon and neutron data discovery. Journal of Synchrotron Radiation, 32(5), 1361–1369. https://</a:t>
            </a:r>
            <a:r>
              <a:rPr lang="en-US" sz="1000" dirty="0" err="1"/>
              <a:t>doi.org</a:t>
            </a:r>
            <a:r>
              <a:rPr lang="en-US" sz="1000" dirty="0"/>
              <a:t>/10.1107/s1600577525005272</a:t>
            </a:r>
          </a:p>
          <a:p>
            <a:endParaRPr lang="en-US" dirty="0"/>
          </a:p>
        </p:txBody>
      </p:sp>
    </p:spTree>
    <p:extLst>
      <p:ext uri="{BB962C8B-B14F-4D97-AF65-F5344CB8AC3E}">
        <p14:creationId xmlns:p14="http://schemas.microsoft.com/office/powerpoint/2010/main" val="3703585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dissolve">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dissolve">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animEffect transition="in" filter="dissolve">
                                      <p:cBhvr>
                                        <p:cTn id="17" dur="500"/>
                                        <p:tgtEl>
                                          <p:spTgt spid="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9">
                                            <p:txEl>
                                              <p:pRg st="4" end="4"/>
                                            </p:txEl>
                                          </p:spTgt>
                                        </p:tgtEl>
                                        <p:attrNameLst>
                                          <p:attrName>style.visibility</p:attrName>
                                        </p:attrNameLst>
                                      </p:cBhvr>
                                      <p:to>
                                        <p:strVal val="visible"/>
                                      </p:to>
                                    </p:set>
                                    <p:animEffect transition="in" filter="dissolve">
                                      <p:cBhvr>
                                        <p:cTn id="22" dur="500"/>
                                        <p:tgtEl>
                                          <p:spTgt spid="2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9">
                                            <p:txEl>
                                              <p:pRg st="5" end="5"/>
                                            </p:txEl>
                                          </p:spTgt>
                                        </p:tgtEl>
                                        <p:attrNameLst>
                                          <p:attrName>style.visibility</p:attrName>
                                        </p:attrNameLst>
                                      </p:cBhvr>
                                      <p:to>
                                        <p:strVal val="visible"/>
                                      </p:to>
                                    </p:set>
                                    <p:animEffect transition="in" filter="dissolve">
                                      <p:cBhvr>
                                        <p:cTn id="27" dur="500"/>
                                        <p:tgtEl>
                                          <p:spTgt spid="2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9">
                                            <p:txEl>
                                              <p:pRg st="6" end="6"/>
                                            </p:txEl>
                                          </p:spTgt>
                                        </p:tgtEl>
                                        <p:attrNameLst>
                                          <p:attrName>style.visibility</p:attrName>
                                        </p:attrNameLst>
                                      </p:cBhvr>
                                      <p:to>
                                        <p:strVal val="visible"/>
                                      </p:to>
                                    </p:set>
                                    <p:animEffect transition="in" filter="dissolve">
                                      <p:cBhvr>
                                        <p:cTn id="32" dur="500"/>
                                        <p:tgtEl>
                                          <p:spTgt spid="2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3F15FA-5F6A-81B0-A78F-01C3A8A9D791}"/>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EEDC7FF6-0F69-4258-0C63-E07424E0DAEE}"/>
              </a:ext>
            </a:extLst>
          </p:cNvPr>
          <p:cNvSpPr txBox="1"/>
          <p:nvPr/>
        </p:nvSpPr>
        <p:spPr>
          <a:xfrm>
            <a:off x="0" y="6298672"/>
            <a:ext cx="12192000" cy="830997"/>
          </a:xfrm>
          <a:prstGeom prst="rect">
            <a:avLst/>
          </a:prstGeom>
          <a:noFill/>
        </p:spPr>
        <p:txBody>
          <a:bodyPr wrap="square" rtlCol="0">
            <a:spAutoFit/>
          </a:bodyPr>
          <a:lstStyle/>
          <a:p>
            <a:r>
              <a:rPr lang="en-US" sz="1000" dirty="0"/>
              <a:t>Tan, T., Bagó, B., Busch, S., </a:t>
            </a:r>
            <a:r>
              <a:rPr lang="en-US" sz="1000" dirty="0" err="1"/>
              <a:t>Duyme</a:t>
            </a:r>
            <a:r>
              <a:rPr lang="en-US" sz="1000" dirty="0"/>
              <a:t>, R., </a:t>
            </a:r>
            <a:r>
              <a:rPr lang="en-US" sz="1000" dirty="0" err="1"/>
              <a:t>Gaisné</a:t>
            </a:r>
            <a:r>
              <a:rPr lang="en-US" sz="1000" dirty="0"/>
              <a:t>, G., González Beltrán, A. N., </a:t>
            </a:r>
            <a:r>
              <a:rPr lang="en-US" sz="1000" dirty="0" err="1"/>
              <a:t>Görzig</a:t>
            </a:r>
            <a:r>
              <a:rPr lang="en-US" sz="1000" dirty="0"/>
              <a:t>, H., </a:t>
            </a:r>
            <a:r>
              <a:rPr lang="en-US" sz="1000" dirty="0" err="1"/>
              <a:t>Koumoutsos</a:t>
            </a:r>
            <a:r>
              <a:rPr lang="en-US" sz="1000" dirty="0"/>
              <a:t>, G., Krahl, R., Millar, P., Minotti, C., Nentwich, M., </a:t>
            </a:r>
            <a:r>
              <a:rPr lang="en-US" sz="1000" dirty="0" err="1"/>
              <a:t>Schrettner</a:t>
            </a:r>
            <a:r>
              <a:rPr lang="en-US" sz="1000" dirty="0"/>
              <a:t>, L., </a:t>
            </a:r>
            <a:r>
              <a:rPr lang="en-US" sz="1000" dirty="0" err="1"/>
              <a:t>Syder</a:t>
            </a:r>
            <a:r>
              <a:rPr lang="en-US" sz="1000" dirty="0"/>
              <a:t>, K., Rocca-Serra, P., Sansone, S.-A., &amp; Collins, S. P. (2025). Towards a new vision of PaNET: enhancing reasoning capabilities for better photon and neutron data discovery. Journal of Synchrotron Radiation, 32(5), 1361–1369. https://</a:t>
            </a:r>
            <a:r>
              <a:rPr lang="en-US" sz="1000" dirty="0" err="1"/>
              <a:t>doi.org</a:t>
            </a:r>
            <a:r>
              <a:rPr lang="en-US" sz="1000" dirty="0"/>
              <a:t>/10.1107/s1600577525005272</a:t>
            </a:r>
          </a:p>
          <a:p>
            <a:endParaRPr lang="en-US" dirty="0"/>
          </a:p>
        </p:txBody>
      </p:sp>
      <p:graphicFrame>
        <p:nvGraphicFramePr>
          <p:cNvPr id="11" name="Diagram 10">
            <a:extLst>
              <a:ext uri="{FF2B5EF4-FFF2-40B4-BE49-F238E27FC236}">
                <a16:creationId xmlns:a16="http://schemas.microsoft.com/office/drawing/2014/main" id="{3D3DD421-C3D7-B1DA-D41E-C70F1D53728A}"/>
              </a:ext>
            </a:extLst>
          </p:cNvPr>
          <p:cNvGraphicFramePr/>
          <p:nvPr>
            <p:extLst>
              <p:ext uri="{D42A27DB-BD31-4B8C-83A1-F6EECF244321}">
                <p14:modId xmlns:p14="http://schemas.microsoft.com/office/powerpoint/2010/main" val="3543427719"/>
              </p:ext>
            </p:extLst>
          </p:nvPr>
        </p:nvGraphicFramePr>
        <p:xfrm>
          <a:off x="-490654" y="2366965"/>
          <a:ext cx="3813718" cy="1967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Down Arrow 13">
            <a:extLst>
              <a:ext uri="{FF2B5EF4-FFF2-40B4-BE49-F238E27FC236}">
                <a16:creationId xmlns:a16="http://schemas.microsoft.com/office/drawing/2014/main" id="{963A8AE8-2B10-84EE-DA00-5818541238E3}"/>
              </a:ext>
            </a:extLst>
          </p:cNvPr>
          <p:cNvSpPr/>
          <p:nvPr/>
        </p:nvSpPr>
        <p:spPr>
          <a:xfrm rot="16200000">
            <a:off x="3067616" y="3075975"/>
            <a:ext cx="217449" cy="50386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Diagram 14">
            <a:extLst>
              <a:ext uri="{FF2B5EF4-FFF2-40B4-BE49-F238E27FC236}">
                <a16:creationId xmlns:a16="http://schemas.microsoft.com/office/drawing/2014/main" id="{62F01B93-4551-FF78-5BB6-24D9C70AB3E9}"/>
              </a:ext>
            </a:extLst>
          </p:cNvPr>
          <p:cNvGraphicFramePr>
            <a:graphicFrameLocks/>
          </p:cNvGraphicFramePr>
          <p:nvPr>
            <p:extLst>
              <p:ext uri="{D42A27DB-BD31-4B8C-83A1-F6EECF244321}">
                <p14:modId xmlns:p14="http://schemas.microsoft.com/office/powerpoint/2010/main" val="277892711"/>
              </p:ext>
            </p:extLst>
          </p:nvPr>
        </p:nvGraphicFramePr>
        <p:xfrm>
          <a:off x="2503782" y="1868958"/>
          <a:ext cx="4047893" cy="291790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7" name="Content Placeholder 24" descr="A screenshot of a computer program&#10;&#10;AI-generated content may be incorrect.">
            <a:extLst>
              <a:ext uri="{FF2B5EF4-FFF2-40B4-BE49-F238E27FC236}">
                <a16:creationId xmlns:a16="http://schemas.microsoft.com/office/drawing/2014/main" id="{0486D994-9271-0590-52E5-AB80975BB8A6}"/>
              </a:ext>
            </a:extLst>
          </p:cNvPr>
          <p:cNvPicPr>
            <a:picLocks noChangeAspect="1"/>
          </p:cNvPicPr>
          <p:nvPr/>
        </p:nvPicPr>
        <p:blipFill>
          <a:blip r:embed="rId13"/>
          <a:stretch>
            <a:fillRect/>
          </a:stretch>
        </p:blipFill>
        <p:spPr>
          <a:xfrm>
            <a:off x="5422082" y="14969"/>
            <a:ext cx="6769918" cy="6143707"/>
          </a:xfrm>
          <a:prstGeom prst="rect">
            <a:avLst/>
          </a:prstGeom>
        </p:spPr>
      </p:pic>
    </p:spTree>
    <p:extLst>
      <p:ext uri="{BB962C8B-B14F-4D97-AF65-F5344CB8AC3E}">
        <p14:creationId xmlns:p14="http://schemas.microsoft.com/office/powerpoint/2010/main" val="254774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AB8E5-9BC1-A37F-25B9-EA9694BFF3E4}"/>
              </a:ext>
            </a:extLst>
          </p:cNvPr>
          <p:cNvSpPr>
            <a:spLocks noGrp="1"/>
          </p:cNvSpPr>
          <p:nvPr>
            <p:ph type="title"/>
          </p:nvPr>
        </p:nvSpPr>
        <p:spPr/>
        <p:txBody>
          <a:bodyPr/>
          <a:lstStyle/>
          <a:p>
            <a:r>
              <a:rPr lang="en-US" dirty="0"/>
              <a:t>Activity #2 - Topic classification</a:t>
            </a:r>
          </a:p>
        </p:txBody>
      </p:sp>
      <p:sp>
        <p:nvSpPr>
          <p:cNvPr id="3" name="Content Placeholder 2">
            <a:extLst>
              <a:ext uri="{FF2B5EF4-FFF2-40B4-BE49-F238E27FC236}">
                <a16:creationId xmlns:a16="http://schemas.microsoft.com/office/drawing/2014/main" id="{A8D99656-9ABF-CD82-C745-7E7ACD8DF99E}"/>
              </a:ext>
            </a:extLst>
          </p:cNvPr>
          <p:cNvSpPr>
            <a:spLocks noGrp="1"/>
          </p:cNvSpPr>
          <p:nvPr>
            <p:ph idx="1"/>
          </p:nvPr>
        </p:nvSpPr>
        <p:spPr>
          <a:xfrm>
            <a:off x="1115568" y="2478023"/>
            <a:ext cx="10168128" cy="4212143"/>
          </a:xfrm>
        </p:spPr>
        <p:txBody>
          <a:bodyPr/>
          <a:lstStyle/>
          <a:p>
            <a:pPr marL="0" indent="0">
              <a:buNone/>
            </a:pPr>
            <a:r>
              <a:rPr lang="en-US" dirty="0"/>
              <a:t>Use machine learning model to assign topics to experimental proposals</a:t>
            </a:r>
          </a:p>
          <a:p>
            <a:r>
              <a:rPr lang="en-US" dirty="0"/>
              <a:t>Machine Learning model trained by OpenAlex team</a:t>
            </a:r>
          </a:p>
          <a:p>
            <a:r>
              <a:rPr lang="en-US" dirty="0"/>
              <a:t>Openly available proposals from the European Synchrotron Radiation Facility</a:t>
            </a:r>
          </a:p>
          <a:p>
            <a:pPr marL="0" indent="0">
              <a:buNone/>
            </a:pPr>
            <a:r>
              <a:rPr lang="en-US" dirty="0"/>
              <a:t>Motivation</a:t>
            </a:r>
          </a:p>
          <a:p>
            <a:r>
              <a:rPr lang="en-US" dirty="0"/>
              <a:t>Enhanced metadata</a:t>
            </a:r>
          </a:p>
          <a:p>
            <a:r>
              <a:rPr lang="en-US" dirty="0"/>
              <a:t>Downstream applications</a:t>
            </a:r>
          </a:p>
        </p:txBody>
      </p:sp>
    </p:spTree>
    <p:extLst>
      <p:ext uri="{BB962C8B-B14F-4D97-AF65-F5344CB8AC3E}">
        <p14:creationId xmlns:p14="http://schemas.microsoft.com/office/powerpoint/2010/main" val="3196169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62F0A-0EAC-7115-3866-434D11DDA7CF}"/>
              </a:ext>
            </a:extLst>
          </p:cNvPr>
          <p:cNvSpPr>
            <a:spLocks noGrp="1"/>
          </p:cNvSpPr>
          <p:nvPr>
            <p:ph type="title"/>
          </p:nvPr>
        </p:nvSpPr>
        <p:spPr/>
        <p:txBody>
          <a:bodyPr/>
          <a:lstStyle/>
          <a:p>
            <a:r>
              <a:rPr lang="en-US" dirty="0">
                <a:latin typeface="Helvetica" pitchFamily="2" charset="0"/>
              </a:rPr>
              <a:t>Topics</a:t>
            </a:r>
          </a:p>
        </p:txBody>
      </p:sp>
      <p:pic>
        <p:nvPicPr>
          <p:cNvPr id="4" name="Picture 2">
            <a:extLst>
              <a:ext uri="{FF2B5EF4-FFF2-40B4-BE49-F238E27FC236}">
                <a16:creationId xmlns:a16="http://schemas.microsoft.com/office/drawing/2014/main" id="{4624C13D-8B2A-6F3B-0563-84DB0B4EAA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41731"/>
            <a:ext cx="6964855" cy="40676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0709FE5-EB37-1A49-E4FC-A9EBD89039C4}"/>
              </a:ext>
            </a:extLst>
          </p:cNvPr>
          <p:cNvSpPr txBox="1"/>
          <p:nvPr/>
        </p:nvSpPr>
        <p:spPr>
          <a:xfrm>
            <a:off x="6199632" y="2594942"/>
            <a:ext cx="6097978" cy="4247317"/>
          </a:xfrm>
          <a:prstGeom prst="rect">
            <a:avLst/>
          </a:prstGeom>
          <a:noFill/>
        </p:spPr>
        <p:txBody>
          <a:bodyPr wrap="square">
            <a:spAutoFit/>
          </a:bodyPr>
          <a:lstStyle/>
          <a:p>
            <a:pPr marL="285750" indent="-285750">
              <a:buFont typeface="Arial" panose="020B0604020202020204" pitchFamily="34" charset="0"/>
              <a:buChar char="•"/>
            </a:pPr>
            <a:r>
              <a:rPr lang="en-GB" dirty="0">
                <a:solidFill>
                  <a:srgbClr val="000000"/>
                </a:solidFill>
                <a:latin typeface="Helvetica" pitchFamily="2" charset="0"/>
              </a:rPr>
              <a:t>Life Sciences</a:t>
            </a:r>
          </a:p>
          <a:p>
            <a:pPr marL="285750" indent="-285750" algn="l" rtl="0">
              <a:buFont typeface="Arial" panose="020B0604020202020204" pitchFamily="34" charset="0"/>
              <a:buChar char="•"/>
            </a:pPr>
            <a:endParaRPr lang="en-GB" b="0" i="0" u="none" strike="noStrike" dirty="0">
              <a:solidFill>
                <a:srgbClr val="000000"/>
              </a:solidFill>
              <a:effectLst/>
              <a:latin typeface="Helvetica" pitchFamily="2" charset="0"/>
            </a:endParaRPr>
          </a:p>
          <a:p>
            <a:pPr marL="742950" lvl="1" indent="-285750">
              <a:buFont typeface="Arial" panose="020B0604020202020204" pitchFamily="34" charset="0"/>
              <a:buChar char="•"/>
            </a:pPr>
            <a:r>
              <a:rPr lang="en-GB" b="0" i="0" u="none" strike="noStrike" dirty="0">
                <a:solidFill>
                  <a:srgbClr val="000000"/>
                </a:solidFill>
                <a:effectLst/>
                <a:latin typeface="Helvetica" pitchFamily="2" charset="0"/>
              </a:rPr>
              <a:t>Biochemistry, Genetics and Molecular Biology</a:t>
            </a:r>
            <a:endParaRPr lang="en-GB" dirty="0">
              <a:solidFill>
                <a:srgbClr val="000000"/>
              </a:solidFill>
              <a:latin typeface="Helvetica" pitchFamily="2" charset="0"/>
            </a:endParaRPr>
          </a:p>
          <a:p>
            <a:pPr marL="742950" lvl="1" indent="-285750">
              <a:buFont typeface="Arial" panose="020B0604020202020204" pitchFamily="34" charset="0"/>
              <a:buChar char="•"/>
            </a:pPr>
            <a:endParaRPr lang="en-GB" b="0" i="0" u="none" strike="noStrike" dirty="0">
              <a:solidFill>
                <a:srgbClr val="000000"/>
              </a:solidFill>
              <a:effectLst/>
              <a:latin typeface="Helvetica" pitchFamily="2" charset="0"/>
            </a:endParaRPr>
          </a:p>
          <a:p>
            <a:pPr marL="1200150" lvl="2" indent="-285750">
              <a:buFont typeface="Arial" panose="020B0604020202020204" pitchFamily="34" charset="0"/>
              <a:buChar char="•"/>
            </a:pPr>
            <a:r>
              <a:rPr lang="en-GB" dirty="0">
                <a:solidFill>
                  <a:srgbClr val="000000"/>
                </a:solidFill>
                <a:latin typeface="Helvetica" pitchFamily="2" charset="0"/>
              </a:rPr>
              <a:t>Molecular Biology</a:t>
            </a:r>
            <a:endParaRPr lang="en-GB" b="0" i="0" u="none" strike="noStrike" dirty="0">
              <a:solidFill>
                <a:srgbClr val="000000"/>
              </a:solidFill>
              <a:effectLst/>
              <a:latin typeface="Helvetica" pitchFamily="2" charset="0"/>
            </a:endParaRPr>
          </a:p>
          <a:p>
            <a:pPr marL="285750" indent="-285750" algn="l" rtl="0">
              <a:buFont typeface="Arial" panose="020B0604020202020204" pitchFamily="34" charset="0"/>
              <a:buChar char="•"/>
            </a:pPr>
            <a:endParaRPr lang="en-GB" b="0" i="0" u="none" strike="noStrike" dirty="0">
              <a:solidFill>
                <a:srgbClr val="000000"/>
              </a:solidFill>
              <a:effectLst/>
              <a:latin typeface="Helvetica" pitchFamily="2" charset="0"/>
            </a:endParaRPr>
          </a:p>
          <a:p>
            <a:pPr marL="1657350" lvl="3" indent="-285750">
              <a:buFont typeface="Arial" panose="020B0604020202020204" pitchFamily="34" charset="0"/>
              <a:buChar char="•"/>
            </a:pPr>
            <a:r>
              <a:rPr lang="en-GB" b="0" i="0" u="none" strike="noStrike" dirty="0">
                <a:solidFill>
                  <a:srgbClr val="000000"/>
                </a:solidFill>
                <a:effectLst/>
                <a:latin typeface="Helvetica" pitchFamily="2" charset="0"/>
              </a:rPr>
              <a:t>Protein Structure and Dynamics</a:t>
            </a:r>
          </a:p>
          <a:p>
            <a:pPr algn="l" rtl="0"/>
            <a:br>
              <a:rPr lang="en-GB" b="0" i="0" u="none" strike="noStrike" dirty="0">
                <a:solidFill>
                  <a:srgbClr val="000000"/>
                </a:solidFill>
                <a:effectLst/>
                <a:latin typeface="Helvetica" pitchFamily="2" charset="0"/>
              </a:rPr>
            </a:br>
            <a:endParaRPr lang="en-GB" b="0" i="0" u="none" strike="noStrike" dirty="0">
              <a:solidFill>
                <a:srgbClr val="000000"/>
              </a:solidFill>
              <a:effectLst/>
              <a:latin typeface="Helvetica" pitchFamily="2" charset="0"/>
            </a:endParaRPr>
          </a:p>
          <a:p>
            <a:br>
              <a:rPr lang="en-GB" dirty="0">
                <a:latin typeface="Helvetica" pitchFamily="2" charset="0"/>
              </a:rPr>
            </a:br>
            <a:br>
              <a:rPr lang="en-GB" dirty="0">
                <a:latin typeface="Helvetica" pitchFamily="2" charset="0"/>
              </a:rPr>
            </a:br>
            <a:br>
              <a:rPr lang="en-GB" b="0" i="0" u="none" strike="noStrike" dirty="0">
                <a:solidFill>
                  <a:srgbClr val="000000"/>
                </a:solidFill>
                <a:effectLst/>
                <a:latin typeface="Helvetica" pitchFamily="2" charset="0"/>
              </a:rPr>
            </a:br>
            <a:endParaRPr lang="en-GB" b="0" i="0" u="none" strike="noStrike" dirty="0">
              <a:solidFill>
                <a:srgbClr val="000000"/>
              </a:solidFill>
              <a:effectLst/>
              <a:latin typeface="Helvetica" pitchFamily="2" charset="0"/>
            </a:endParaRPr>
          </a:p>
          <a:p>
            <a:br>
              <a:rPr lang="en-GB" dirty="0">
                <a:latin typeface="Helvetica" pitchFamily="2" charset="0"/>
              </a:rPr>
            </a:br>
            <a:endParaRPr lang="en-US" dirty="0">
              <a:latin typeface="Helvetica" pitchFamily="2" charset="0"/>
            </a:endParaRPr>
          </a:p>
        </p:txBody>
      </p:sp>
    </p:spTree>
    <p:extLst>
      <p:ext uri="{BB962C8B-B14F-4D97-AF65-F5344CB8AC3E}">
        <p14:creationId xmlns:p14="http://schemas.microsoft.com/office/powerpoint/2010/main" val="169773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545A3-1A4B-1E55-47B7-5466E752A8BD}"/>
              </a:ext>
            </a:extLst>
          </p:cNvPr>
          <p:cNvSpPr>
            <a:spLocks noGrp="1"/>
          </p:cNvSpPr>
          <p:nvPr>
            <p:ph type="title"/>
          </p:nvPr>
        </p:nvSpPr>
        <p:spPr/>
        <p:txBody>
          <a:bodyPr/>
          <a:lstStyle/>
          <a:p>
            <a:r>
              <a:rPr lang="en-US" dirty="0"/>
              <a:t>OpenAlex</a:t>
            </a:r>
          </a:p>
        </p:txBody>
      </p:sp>
      <p:sp>
        <p:nvSpPr>
          <p:cNvPr id="3" name="Content Placeholder 2">
            <a:extLst>
              <a:ext uri="{FF2B5EF4-FFF2-40B4-BE49-F238E27FC236}">
                <a16:creationId xmlns:a16="http://schemas.microsoft.com/office/drawing/2014/main" id="{87FBD42C-5AFE-3EF7-0A0A-B66D242E7A20}"/>
              </a:ext>
            </a:extLst>
          </p:cNvPr>
          <p:cNvSpPr>
            <a:spLocks noGrp="1"/>
          </p:cNvSpPr>
          <p:nvPr>
            <p:ph idx="1"/>
          </p:nvPr>
        </p:nvSpPr>
        <p:spPr>
          <a:xfrm>
            <a:off x="507060" y="2478023"/>
            <a:ext cx="4808859" cy="4201745"/>
          </a:xfrm>
        </p:spPr>
        <p:txBody>
          <a:bodyPr>
            <a:normAutofit fontScale="92500" lnSpcReduction="10000"/>
          </a:bodyPr>
          <a:lstStyle/>
          <a:p>
            <a:r>
              <a:rPr lang="en-US" dirty="0"/>
              <a:t>Fully open catalogue of the global research system</a:t>
            </a:r>
          </a:p>
          <a:p>
            <a:r>
              <a:rPr lang="en-US" dirty="0"/>
              <a:t>Spiritual successor to Microsoft Academic Graph</a:t>
            </a:r>
          </a:p>
          <a:p>
            <a:r>
              <a:rPr lang="en-US" dirty="0"/>
              <a:t>Huge coverage</a:t>
            </a:r>
          </a:p>
          <a:p>
            <a:r>
              <a:rPr lang="en-US" dirty="0"/>
              <a:t>Works, authors, institutions etc.</a:t>
            </a:r>
          </a:p>
          <a:p>
            <a:r>
              <a:rPr lang="en-US" dirty="0"/>
              <a:t>Open and free unlike other industry-standard scientific knowledge bases such as Elsevier’s Scopus</a:t>
            </a:r>
          </a:p>
        </p:txBody>
      </p:sp>
      <p:pic>
        <p:nvPicPr>
          <p:cNvPr id="4" name="Picture 3">
            <a:extLst>
              <a:ext uri="{FF2B5EF4-FFF2-40B4-BE49-F238E27FC236}">
                <a16:creationId xmlns:a16="http://schemas.microsoft.com/office/drawing/2014/main" id="{185A4F93-5CB5-07A6-2632-5D9965F48733}"/>
              </a:ext>
            </a:extLst>
          </p:cNvPr>
          <p:cNvPicPr>
            <a:picLocks noChangeAspect="1"/>
          </p:cNvPicPr>
          <p:nvPr/>
        </p:nvPicPr>
        <p:blipFill>
          <a:blip r:embed="rId3"/>
          <a:stretch>
            <a:fillRect/>
          </a:stretch>
        </p:blipFill>
        <p:spPr>
          <a:xfrm>
            <a:off x="5550682" y="2604138"/>
            <a:ext cx="6789851" cy="3705222"/>
          </a:xfrm>
          <a:prstGeom prst="rect">
            <a:avLst/>
          </a:prstGeom>
        </p:spPr>
      </p:pic>
    </p:spTree>
    <p:extLst>
      <p:ext uri="{BB962C8B-B14F-4D97-AF65-F5344CB8AC3E}">
        <p14:creationId xmlns:p14="http://schemas.microsoft.com/office/powerpoint/2010/main" val="191841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1D5B5-38E7-C723-1971-F7E81DC1B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00B8EC-01CE-77F4-D0DE-575BFA3C5CCF}"/>
              </a:ext>
            </a:extLst>
          </p:cNvPr>
          <p:cNvSpPr>
            <a:spLocks noGrp="1"/>
          </p:cNvSpPr>
          <p:nvPr>
            <p:ph type="title"/>
          </p:nvPr>
        </p:nvSpPr>
        <p:spPr/>
        <p:txBody>
          <a:bodyPr/>
          <a:lstStyle/>
          <a:p>
            <a:r>
              <a:rPr lang="en-US" dirty="0">
                <a:latin typeface="Helvetica" pitchFamily="2" charset="0"/>
              </a:rPr>
              <a:t>Background – OpenAlex repository</a:t>
            </a:r>
          </a:p>
        </p:txBody>
      </p:sp>
      <p:pic>
        <p:nvPicPr>
          <p:cNvPr id="4" name="Graphic 3" descr="Database outline">
            <a:extLst>
              <a:ext uri="{FF2B5EF4-FFF2-40B4-BE49-F238E27FC236}">
                <a16:creationId xmlns:a16="http://schemas.microsoft.com/office/drawing/2014/main" id="{F483392B-5389-3F4C-C096-2B06611B69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12275" y="2262020"/>
            <a:ext cx="2651200" cy="2651200"/>
          </a:xfrm>
          <a:prstGeom prst="rect">
            <a:avLst/>
          </a:prstGeom>
        </p:spPr>
      </p:pic>
      <p:sp>
        <p:nvSpPr>
          <p:cNvPr id="5" name="TextBox 4">
            <a:extLst>
              <a:ext uri="{FF2B5EF4-FFF2-40B4-BE49-F238E27FC236}">
                <a16:creationId xmlns:a16="http://schemas.microsoft.com/office/drawing/2014/main" id="{C08AE48C-0CF7-7EA6-9132-144DFFF2A8F5}"/>
              </a:ext>
            </a:extLst>
          </p:cNvPr>
          <p:cNvSpPr txBox="1"/>
          <p:nvPr/>
        </p:nvSpPr>
        <p:spPr>
          <a:xfrm>
            <a:off x="8702580" y="4759331"/>
            <a:ext cx="1870589" cy="307777"/>
          </a:xfrm>
          <a:prstGeom prst="rect">
            <a:avLst/>
          </a:prstGeom>
          <a:noFill/>
        </p:spPr>
        <p:txBody>
          <a:bodyPr wrap="square" rtlCol="0">
            <a:spAutoFit/>
          </a:bodyPr>
          <a:lstStyle/>
          <a:p>
            <a:r>
              <a:rPr lang="en-US" sz="1400" dirty="0">
                <a:latin typeface="Helvetica" pitchFamily="2" charset="0"/>
              </a:rPr>
              <a:t>OpenAlex repository</a:t>
            </a:r>
          </a:p>
        </p:txBody>
      </p:sp>
      <p:pic>
        <p:nvPicPr>
          <p:cNvPr id="7" name="Graphic 6" descr="Document with solid fill">
            <a:extLst>
              <a:ext uri="{FF2B5EF4-FFF2-40B4-BE49-F238E27FC236}">
                <a16:creationId xmlns:a16="http://schemas.microsoft.com/office/drawing/2014/main" id="{D1BCB26F-32AE-C062-C00A-BAD34F140A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51838" y="3223724"/>
            <a:ext cx="1485637" cy="1485637"/>
          </a:xfrm>
          <a:prstGeom prst="rect">
            <a:avLst/>
          </a:prstGeom>
        </p:spPr>
      </p:pic>
      <p:cxnSp>
        <p:nvCxnSpPr>
          <p:cNvPr id="11" name="Straight Arrow Connector 10">
            <a:extLst>
              <a:ext uri="{FF2B5EF4-FFF2-40B4-BE49-F238E27FC236}">
                <a16:creationId xmlns:a16="http://schemas.microsoft.com/office/drawing/2014/main" id="{540926AB-47E9-04E2-C2CA-DA5CFC196AD3}"/>
              </a:ext>
            </a:extLst>
          </p:cNvPr>
          <p:cNvCxnSpPr>
            <a:cxnSpLocks/>
          </p:cNvCxnSpPr>
          <p:nvPr/>
        </p:nvCxnSpPr>
        <p:spPr>
          <a:xfrm flipV="1">
            <a:off x="3837473" y="3901473"/>
            <a:ext cx="4474802" cy="309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360E2289-947A-EA5D-4C03-5062F1347095}"/>
              </a:ext>
            </a:extLst>
          </p:cNvPr>
          <p:cNvSpPr txBox="1"/>
          <p:nvPr/>
        </p:nvSpPr>
        <p:spPr>
          <a:xfrm>
            <a:off x="2492943" y="4555472"/>
            <a:ext cx="1485636" cy="307777"/>
          </a:xfrm>
          <a:prstGeom prst="rect">
            <a:avLst/>
          </a:prstGeom>
          <a:noFill/>
        </p:spPr>
        <p:txBody>
          <a:bodyPr wrap="square" rtlCol="0">
            <a:spAutoFit/>
          </a:bodyPr>
          <a:lstStyle/>
          <a:p>
            <a:r>
              <a:rPr lang="en-US" sz="1400" dirty="0">
                <a:latin typeface="Helvetica" pitchFamily="2" charset="0"/>
              </a:rPr>
              <a:t>New publication</a:t>
            </a:r>
          </a:p>
        </p:txBody>
      </p:sp>
      <p:pic>
        <p:nvPicPr>
          <p:cNvPr id="12" name="Graphic 11" descr="Question Mark with solid fill">
            <a:extLst>
              <a:ext uri="{FF2B5EF4-FFF2-40B4-BE49-F238E27FC236}">
                <a16:creationId xmlns:a16="http://schemas.microsoft.com/office/drawing/2014/main" id="{98C7F3E3-8B3E-2C4A-D27D-84E77FCE2CA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6323" y="3580152"/>
            <a:ext cx="704462" cy="704462"/>
          </a:xfrm>
          <a:prstGeom prst="rect">
            <a:avLst/>
          </a:prstGeom>
        </p:spPr>
      </p:pic>
      <p:pic>
        <p:nvPicPr>
          <p:cNvPr id="13" name="Graphic 12" descr="Add with solid fill">
            <a:extLst>
              <a:ext uri="{FF2B5EF4-FFF2-40B4-BE49-F238E27FC236}">
                <a16:creationId xmlns:a16="http://schemas.microsoft.com/office/drawing/2014/main" id="{6094F89B-39CE-3160-0629-C1E182B9C20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15339" y="3721410"/>
            <a:ext cx="421945" cy="421945"/>
          </a:xfrm>
          <a:prstGeom prst="rect">
            <a:avLst/>
          </a:prstGeom>
        </p:spPr>
      </p:pic>
    </p:spTree>
    <p:extLst>
      <p:ext uri="{BB962C8B-B14F-4D97-AF65-F5344CB8AC3E}">
        <p14:creationId xmlns:p14="http://schemas.microsoft.com/office/powerpoint/2010/main" val="2891120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4F2DA-C29B-F6A8-452E-DF58A4A12FA7}"/>
              </a:ext>
            </a:extLst>
          </p:cNvPr>
          <p:cNvSpPr>
            <a:spLocks noGrp="1"/>
          </p:cNvSpPr>
          <p:nvPr>
            <p:ph type="title"/>
          </p:nvPr>
        </p:nvSpPr>
        <p:spPr/>
        <p:txBody>
          <a:bodyPr/>
          <a:lstStyle/>
          <a:p>
            <a:r>
              <a:rPr lang="en-US" dirty="0"/>
              <a:t>OpenAlex topic prediction model</a:t>
            </a:r>
          </a:p>
        </p:txBody>
      </p:sp>
      <p:pic>
        <p:nvPicPr>
          <p:cNvPr id="4" name="Picture 3" descr="A diagram of a model&#10;&#10;AI-generated content may be incorrect.">
            <a:extLst>
              <a:ext uri="{FF2B5EF4-FFF2-40B4-BE49-F238E27FC236}">
                <a16:creationId xmlns:a16="http://schemas.microsoft.com/office/drawing/2014/main" id="{FE2D1CA2-9F79-75FF-4A4F-F55112F0ED2E}"/>
              </a:ext>
            </a:extLst>
          </p:cNvPr>
          <p:cNvPicPr>
            <a:picLocks noChangeAspect="1"/>
          </p:cNvPicPr>
          <p:nvPr/>
        </p:nvPicPr>
        <p:blipFill>
          <a:blip r:embed="rId3"/>
          <a:stretch>
            <a:fillRect/>
          </a:stretch>
        </p:blipFill>
        <p:spPr>
          <a:xfrm>
            <a:off x="2127132" y="2155370"/>
            <a:ext cx="7624610" cy="4593828"/>
          </a:xfrm>
          <a:prstGeom prst="rect">
            <a:avLst/>
          </a:prstGeom>
          <a:noFill/>
        </p:spPr>
      </p:pic>
    </p:spTree>
    <p:extLst>
      <p:ext uri="{BB962C8B-B14F-4D97-AF65-F5344CB8AC3E}">
        <p14:creationId xmlns:p14="http://schemas.microsoft.com/office/powerpoint/2010/main" val="1802469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EFC7E-20A3-B5DD-DFE4-9F92183AC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361D2-38C7-57C5-3B92-291BEC03F2B2}"/>
              </a:ext>
            </a:extLst>
          </p:cNvPr>
          <p:cNvSpPr>
            <a:spLocks noGrp="1"/>
          </p:cNvSpPr>
          <p:nvPr>
            <p:ph type="title"/>
          </p:nvPr>
        </p:nvSpPr>
        <p:spPr/>
        <p:txBody>
          <a:bodyPr/>
          <a:lstStyle/>
          <a:p>
            <a:r>
              <a:rPr lang="en-US" dirty="0"/>
              <a:t>My proposed evaluation exercise</a:t>
            </a:r>
          </a:p>
        </p:txBody>
      </p:sp>
      <p:sp>
        <p:nvSpPr>
          <p:cNvPr id="3" name="Content Placeholder 2">
            <a:extLst>
              <a:ext uri="{FF2B5EF4-FFF2-40B4-BE49-F238E27FC236}">
                <a16:creationId xmlns:a16="http://schemas.microsoft.com/office/drawing/2014/main" id="{86E32217-94D7-EB95-DAE3-C2448CCC601E}"/>
              </a:ext>
            </a:extLst>
          </p:cNvPr>
          <p:cNvSpPr>
            <a:spLocks noGrp="1"/>
          </p:cNvSpPr>
          <p:nvPr>
            <p:ph idx="1"/>
          </p:nvPr>
        </p:nvSpPr>
        <p:spPr/>
        <p:txBody>
          <a:bodyPr>
            <a:normAutofit/>
          </a:bodyPr>
          <a:lstStyle/>
          <a:p>
            <a:r>
              <a:rPr lang="en-US" dirty="0"/>
              <a:t>209 ESRF proposals selected for evaluation</a:t>
            </a:r>
          </a:p>
          <a:p>
            <a:pPr lvl="1"/>
            <a:r>
              <a:rPr lang="en-US" dirty="0"/>
              <a:t>The ones with no missing titles, abstracts, references, and scientific disciplines</a:t>
            </a:r>
          </a:p>
          <a:p>
            <a:r>
              <a:rPr lang="en-US" dirty="0"/>
              <a:t>Each proposal independently evaluated by three reviewers</a:t>
            </a:r>
          </a:p>
          <a:p>
            <a:r>
              <a:rPr lang="en-US" dirty="0"/>
              <a:t>Qualitative assessment of predicted topics</a:t>
            </a:r>
          </a:p>
          <a:p>
            <a:r>
              <a:rPr lang="en-US" dirty="0"/>
              <a:t>Carried out over private SharePoint files</a:t>
            </a:r>
          </a:p>
        </p:txBody>
      </p:sp>
    </p:spTree>
    <p:extLst>
      <p:ext uri="{BB962C8B-B14F-4D97-AF65-F5344CB8AC3E}">
        <p14:creationId xmlns:p14="http://schemas.microsoft.com/office/powerpoint/2010/main" val="1993302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dissolv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dissolv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3A72763-84C2-0575-A85F-6D47C21E6E5B}"/>
              </a:ext>
            </a:extLst>
          </p:cNvPr>
          <p:cNvGraphicFramePr>
            <a:graphicFrameLocks noGrp="1"/>
          </p:cNvGraphicFramePr>
          <p:nvPr>
            <p:extLst>
              <p:ext uri="{D42A27DB-BD31-4B8C-83A1-F6EECF244321}">
                <p14:modId xmlns:p14="http://schemas.microsoft.com/office/powerpoint/2010/main" val="2065285497"/>
              </p:ext>
            </p:extLst>
          </p:nvPr>
        </p:nvGraphicFramePr>
        <p:xfrm>
          <a:off x="81023" y="60862"/>
          <a:ext cx="12026096" cy="2757218"/>
        </p:xfrm>
        <a:graphic>
          <a:graphicData uri="http://schemas.openxmlformats.org/drawingml/2006/table">
            <a:tbl>
              <a:tblPr firstRow="1" bandRow="1">
                <a:tableStyleId>{5C22544A-7EE6-4342-B048-85BDC9FD1C3A}</a:tableStyleId>
              </a:tblPr>
              <a:tblGrid>
                <a:gridCol w="890169">
                  <a:extLst>
                    <a:ext uri="{9D8B030D-6E8A-4147-A177-3AD203B41FA5}">
                      <a16:colId xmlns:a16="http://schemas.microsoft.com/office/drawing/2014/main" val="3284390829"/>
                    </a:ext>
                  </a:extLst>
                </a:gridCol>
                <a:gridCol w="1227998">
                  <a:extLst>
                    <a:ext uri="{9D8B030D-6E8A-4147-A177-3AD203B41FA5}">
                      <a16:colId xmlns:a16="http://schemas.microsoft.com/office/drawing/2014/main" val="2676018478"/>
                    </a:ext>
                  </a:extLst>
                </a:gridCol>
                <a:gridCol w="2835797">
                  <a:extLst>
                    <a:ext uri="{9D8B030D-6E8A-4147-A177-3AD203B41FA5}">
                      <a16:colId xmlns:a16="http://schemas.microsoft.com/office/drawing/2014/main" val="3941073508"/>
                    </a:ext>
                  </a:extLst>
                </a:gridCol>
                <a:gridCol w="2407535">
                  <a:extLst>
                    <a:ext uri="{9D8B030D-6E8A-4147-A177-3AD203B41FA5}">
                      <a16:colId xmlns:a16="http://schemas.microsoft.com/office/drawing/2014/main" val="2024255837"/>
                    </a:ext>
                  </a:extLst>
                </a:gridCol>
                <a:gridCol w="787078">
                  <a:extLst>
                    <a:ext uri="{9D8B030D-6E8A-4147-A177-3AD203B41FA5}">
                      <a16:colId xmlns:a16="http://schemas.microsoft.com/office/drawing/2014/main" val="387035866"/>
                    </a:ext>
                  </a:extLst>
                </a:gridCol>
                <a:gridCol w="902825">
                  <a:extLst>
                    <a:ext uri="{9D8B030D-6E8A-4147-A177-3AD203B41FA5}">
                      <a16:colId xmlns:a16="http://schemas.microsoft.com/office/drawing/2014/main" val="3253508737"/>
                    </a:ext>
                  </a:extLst>
                </a:gridCol>
                <a:gridCol w="2974694">
                  <a:extLst>
                    <a:ext uri="{9D8B030D-6E8A-4147-A177-3AD203B41FA5}">
                      <a16:colId xmlns:a16="http://schemas.microsoft.com/office/drawing/2014/main" val="3594841770"/>
                    </a:ext>
                  </a:extLst>
                </a:gridCol>
              </a:tblGrid>
              <a:tr h="532178">
                <a:tc>
                  <a:txBody>
                    <a:bodyPr/>
                    <a:lstStyle/>
                    <a:p>
                      <a:r>
                        <a:rPr lang="en-US" sz="1000" dirty="0"/>
                        <a:t>Proposal number</a:t>
                      </a:r>
                    </a:p>
                  </a:txBody>
                  <a:tcPr/>
                </a:tc>
                <a:tc>
                  <a:txBody>
                    <a:bodyPr/>
                    <a:lstStyle/>
                    <a:p>
                      <a:r>
                        <a:rPr lang="en-US" sz="1000" b="1" u="none" dirty="0"/>
                        <a:t>Title</a:t>
                      </a:r>
                    </a:p>
                  </a:txBody>
                  <a:tcPr/>
                </a:tc>
                <a:tc>
                  <a:txBody>
                    <a:bodyPr/>
                    <a:lstStyle/>
                    <a:p>
                      <a:r>
                        <a:rPr lang="en-US" sz="1000" dirty="0"/>
                        <a:t>Abstract</a:t>
                      </a:r>
                    </a:p>
                  </a:txBody>
                  <a:tcPr/>
                </a:tc>
                <a:tc>
                  <a:txBody>
                    <a:bodyPr/>
                    <a:lstStyle/>
                    <a:p>
                      <a:r>
                        <a:rPr lang="en-US" sz="1000" dirty="0"/>
                        <a:t>PDF</a:t>
                      </a:r>
                    </a:p>
                  </a:txBody>
                  <a:tcPr/>
                </a:tc>
                <a:tc>
                  <a:txBody>
                    <a:bodyPr/>
                    <a:lstStyle/>
                    <a:p>
                      <a:r>
                        <a:rPr lang="en-US" sz="1000" dirty="0"/>
                        <a:t>Scientific Discipline</a:t>
                      </a:r>
                    </a:p>
                  </a:txBody>
                  <a:tcPr/>
                </a:tc>
                <a:tc>
                  <a:txBody>
                    <a:bodyPr/>
                    <a:lstStyle/>
                    <a:p>
                      <a:r>
                        <a:rPr lang="en-US" sz="1000" dirty="0"/>
                        <a:t>Instrument</a:t>
                      </a:r>
                    </a:p>
                  </a:txBody>
                  <a:tcPr/>
                </a:tc>
                <a:tc>
                  <a:txBody>
                    <a:bodyPr/>
                    <a:lstStyle/>
                    <a:p>
                      <a:r>
                        <a:rPr lang="en-US" sz="1000" dirty="0"/>
                        <a:t>References</a:t>
                      </a:r>
                    </a:p>
                  </a:txBody>
                  <a:tcPr/>
                </a:tc>
                <a:extLst>
                  <a:ext uri="{0D108BD9-81ED-4DB2-BD59-A6C34878D82A}">
                    <a16:rowId xmlns:a16="http://schemas.microsoft.com/office/drawing/2014/main" val="1991376875"/>
                  </a:ext>
                </a:extLst>
              </a:tr>
              <a:tr h="1964964">
                <a:tc>
                  <a:txBody>
                    <a:bodyPr/>
                    <a:lstStyle/>
                    <a:p>
                      <a:r>
                        <a:rPr lang="en-US" sz="1000" dirty="0"/>
                        <a:t>CH-5879</a:t>
                      </a:r>
                    </a:p>
                  </a:txBody>
                  <a:tcPr/>
                </a:tc>
                <a:tc>
                  <a:txBody>
                    <a:bodyPr/>
                    <a:lstStyle/>
                    <a:p>
                      <a:r>
                        <a:rPr lang="en-US" sz="1000" dirty="0"/>
                        <a:t>Probing average and local structure in tin halide perovskites</a:t>
                      </a:r>
                    </a:p>
                  </a:txBody>
                  <a:tcPr/>
                </a:tc>
                <a:tc>
                  <a:txBody>
                    <a:bodyPr/>
                    <a:lstStyle/>
                    <a:p>
                      <a:r>
                        <a:rPr lang="en-US" sz="1000" dirty="0"/>
                        <a:t>In this experiment we plan to collect T-variable x-ray diffraction and PDF on a series of tin-based metal halide perovskite. Performing this experiment will be particularly important to access the average  </a:t>
                      </a:r>
                      <a:r>
                        <a:rPr lang="en-US" sz="1000" dirty="0" err="1"/>
                        <a:t>andlocal</a:t>
                      </a:r>
                      <a:r>
                        <a:rPr lang="en-US" sz="1000" dirty="0"/>
                        <a:t> structure of tin-based  halide  perovskite  of  relevance  for  photovoltaics  applications.  We  expect  to  clarify  the  structural stability and the sequence of phase transitions and make a correlation between average and local structures and compare these results to those already obtained by our group on the lead-based analogue materials.</a:t>
                      </a:r>
                    </a:p>
                  </a:txBody>
                  <a:tcPr/>
                </a:tc>
                <a:tc>
                  <a:txBody>
                    <a:bodyPr/>
                    <a:lstStyle/>
                    <a:p>
                      <a:r>
                        <a:rPr lang="en-US" sz="1000" dirty="0"/>
                        <a:t>https://</a:t>
                      </a:r>
                      <a:r>
                        <a:rPr lang="en-US" sz="1000" dirty="0" err="1"/>
                        <a:t>ftp.esrf.fr</a:t>
                      </a:r>
                      <a:r>
                        <a:rPr lang="en-US" sz="1000" dirty="0"/>
                        <a:t>/pub/</a:t>
                      </a:r>
                      <a:r>
                        <a:rPr lang="en-US" sz="1000" dirty="0" err="1"/>
                        <a:t>UserReports</a:t>
                      </a:r>
                      <a:r>
                        <a:rPr lang="en-US" sz="1000" dirty="0"/>
                        <a:t>/95410_A.pdf</a:t>
                      </a:r>
                    </a:p>
                  </a:txBody>
                  <a:tcPr/>
                </a:tc>
                <a:tc>
                  <a:txBody>
                    <a:bodyPr/>
                    <a:lstStyle/>
                    <a:p>
                      <a:r>
                        <a:rPr lang="en-US" sz="1000" dirty="0"/>
                        <a:t>Chemistry</a:t>
                      </a:r>
                    </a:p>
                  </a:txBody>
                  <a:tcPr/>
                </a:tc>
                <a:tc>
                  <a:txBody>
                    <a:bodyPr/>
                    <a:lstStyle/>
                    <a:p>
                      <a:r>
                        <a:rPr lang="en-US" sz="1000" dirty="0"/>
                        <a:t>ID11 – Materials Science beamline</a:t>
                      </a:r>
                    </a:p>
                  </a:txBody>
                  <a:tcPr/>
                </a:tc>
                <a:tc>
                  <a:txBody>
                    <a:bodyPr/>
                    <a:lstStyle/>
                    <a:p>
                      <a:r>
                        <a:rPr lang="en-US" sz="1000" dirty="0"/>
                        <a:t>Farrow, C. L., Juhas, P., Liu, J. W., </a:t>
                      </a:r>
                      <a:r>
                        <a:rPr lang="en-US" sz="1000" dirty="0" err="1"/>
                        <a:t>Bryndin</a:t>
                      </a:r>
                      <a:r>
                        <a:rPr lang="en-US" sz="1000" dirty="0"/>
                        <a:t>, D., </a:t>
                      </a:r>
                      <a:r>
                        <a:rPr lang="en-US" sz="1000" dirty="0" err="1"/>
                        <a:t>Božin</a:t>
                      </a:r>
                      <a:r>
                        <a:rPr lang="en-US" sz="1000" dirty="0"/>
                        <a:t>, E. S., Bloch, J., </a:t>
                      </a:r>
                      <a:r>
                        <a:rPr lang="en-US" sz="1000" dirty="0" err="1"/>
                        <a:t>Proffen</a:t>
                      </a:r>
                      <a:r>
                        <a:rPr lang="en-US" sz="1000" dirty="0"/>
                        <a:t>, T., &amp; </a:t>
                      </a:r>
                      <a:r>
                        <a:rPr lang="en-US" sz="1000" dirty="0" err="1"/>
                        <a:t>Billinge</a:t>
                      </a:r>
                      <a:r>
                        <a:rPr lang="en-US" sz="1000" dirty="0"/>
                        <a:t>, S. J. L. (2007). PDFfit2 and </a:t>
                      </a:r>
                      <a:r>
                        <a:rPr lang="en-US" sz="1000" dirty="0" err="1"/>
                        <a:t>PDFgui</a:t>
                      </a:r>
                      <a:r>
                        <a:rPr lang="en-US" sz="1000" dirty="0"/>
                        <a:t>: computer programs for studying nanostructure in crystals. Journal of Physics: Condensed Matter, 19(33), 335219. </a:t>
                      </a:r>
                      <a:r>
                        <a:rPr lang="en-US" sz="1000" dirty="0">
                          <a:hlinkClick r:id="rId3"/>
                        </a:rPr>
                        <a:t>https://doi.org/10.1088/0953-8984/19/33/335219</a:t>
                      </a:r>
                      <a:endParaRPr lang="en-US" sz="1000" dirty="0"/>
                    </a:p>
                    <a:p>
                      <a:endParaRPr lang="en-US" sz="1000" dirty="0"/>
                    </a:p>
                    <a:p>
                      <a:r>
                        <a:rPr lang="en-US" sz="1000" dirty="0"/>
                        <a:t>……..</a:t>
                      </a:r>
                    </a:p>
                  </a:txBody>
                  <a:tcPr/>
                </a:tc>
                <a:extLst>
                  <a:ext uri="{0D108BD9-81ED-4DB2-BD59-A6C34878D82A}">
                    <a16:rowId xmlns:a16="http://schemas.microsoft.com/office/drawing/2014/main" val="2687307834"/>
                  </a:ext>
                </a:extLst>
              </a:tr>
            </a:tbl>
          </a:graphicData>
        </a:graphic>
      </p:graphicFrame>
      <p:graphicFrame>
        <p:nvGraphicFramePr>
          <p:cNvPr id="3" name="Table 2">
            <a:extLst>
              <a:ext uri="{FF2B5EF4-FFF2-40B4-BE49-F238E27FC236}">
                <a16:creationId xmlns:a16="http://schemas.microsoft.com/office/drawing/2014/main" id="{C1B45E9A-0E77-2492-15E8-20BBF5F14D26}"/>
              </a:ext>
            </a:extLst>
          </p:cNvPr>
          <p:cNvGraphicFramePr>
            <a:graphicFrameLocks noGrp="1"/>
          </p:cNvGraphicFramePr>
          <p:nvPr>
            <p:extLst>
              <p:ext uri="{D42A27DB-BD31-4B8C-83A1-F6EECF244321}">
                <p14:modId xmlns:p14="http://schemas.microsoft.com/office/powerpoint/2010/main" val="3505427133"/>
              </p:ext>
            </p:extLst>
          </p:nvPr>
        </p:nvGraphicFramePr>
        <p:xfrm>
          <a:off x="81023" y="3104473"/>
          <a:ext cx="12026097" cy="3728720"/>
        </p:xfrm>
        <a:graphic>
          <a:graphicData uri="http://schemas.openxmlformats.org/drawingml/2006/table">
            <a:tbl>
              <a:tblPr firstRow="1" bandRow="1">
                <a:tableStyleId>{5C22544A-7EE6-4342-B048-85BDC9FD1C3A}</a:tableStyleId>
              </a:tblPr>
              <a:tblGrid>
                <a:gridCol w="3404299">
                  <a:extLst>
                    <a:ext uri="{9D8B030D-6E8A-4147-A177-3AD203B41FA5}">
                      <a16:colId xmlns:a16="http://schemas.microsoft.com/office/drawing/2014/main" val="3284390829"/>
                    </a:ext>
                  </a:extLst>
                </a:gridCol>
                <a:gridCol w="3101008">
                  <a:extLst>
                    <a:ext uri="{9D8B030D-6E8A-4147-A177-3AD203B41FA5}">
                      <a16:colId xmlns:a16="http://schemas.microsoft.com/office/drawing/2014/main" val="2676018478"/>
                    </a:ext>
                  </a:extLst>
                </a:gridCol>
                <a:gridCol w="795131">
                  <a:extLst>
                    <a:ext uri="{9D8B030D-6E8A-4147-A177-3AD203B41FA5}">
                      <a16:colId xmlns:a16="http://schemas.microsoft.com/office/drawing/2014/main" val="3941073508"/>
                    </a:ext>
                  </a:extLst>
                </a:gridCol>
                <a:gridCol w="848139">
                  <a:extLst>
                    <a:ext uri="{9D8B030D-6E8A-4147-A177-3AD203B41FA5}">
                      <a16:colId xmlns:a16="http://schemas.microsoft.com/office/drawing/2014/main" val="2024255837"/>
                    </a:ext>
                  </a:extLst>
                </a:gridCol>
                <a:gridCol w="954157">
                  <a:extLst>
                    <a:ext uri="{9D8B030D-6E8A-4147-A177-3AD203B41FA5}">
                      <a16:colId xmlns:a16="http://schemas.microsoft.com/office/drawing/2014/main" val="387035866"/>
                    </a:ext>
                  </a:extLst>
                </a:gridCol>
                <a:gridCol w="848139">
                  <a:extLst>
                    <a:ext uri="{9D8B030D-6E8A-4147-A177-3AD203B41FA5}">
                      <a16:colId xmlns:a16="http://schemas.microsoft.com/office/drawing/2014/main" val="3253508737"/>
                    </a:ext>
                  </a:extLst>
                </a:gridCol>
                <a:gridCol w="780884">
                  <a:extLst>
                    <a:ext uri="{9D8B030D-6E8A-4147-A177-3AD203B41FA5}">
                      <a16:colId xmlns:a16="http://schemas.microsoft.com/office/drawing/2014/main" val="3594841770"/>
                    </a:ext>
                  </a:extLst>
                </a:gridCol>
                <a:gridCol w="651510">
                  <a:extLst>
                    <a:ext uri="{9D8B030D-6E8A-4147-A177-3AD203B41FA5}">
                      <a16:colId xmlns:a16="http://schemas.microsoft.com/office/drawing/2014/main" val="1000458025"/>
                    </a:ext>
                  </a:extLst>
                </a:gridCol>
                <a:gridCol w="642830">
                  <a:extLst>
                    <a:ext uri="{9D8B030D-6E8A-4147-A177-3AD203B41FA5}">
                      <a16:colId xmlns:a16="http://schemas.microsoft.com/office/drawing/2014/main" val="3082688559"/>
                    </a:ext>
                  </a:extLst>
                </a:gridCol>
              </a:tblGrid>
              <a:tr h="370840">
                <a:tc>
                  <a:txBody>
                    <a:bodyPr/>
                    <a:lstStyle/>
                    <a:p>
                      <a:r>
                        <a:rPr lang="en-US" sz="1000" dirty="0"/>
                        <a:t>Topic 1</a:t>
                      </a:r>
                    </a:p>
                  </a:txBody>
                  <a:tcPr/>
                </a:tc>
                <a:tc>
                  <a:txBody>
                    <a:bodyPr/>
                    <a:lstStyle/>
                    <a:p>
                      <a:r>
                        <a:rPr lang="en-US" sz="1000" dirty="0"/>
                        <a:t>Topic 2</a:t>
                      </a:r>
                    </a:p>
                  </a:txBody>
                  <a:tcPr/>
                </a:tc>
                <a:tc>
                  <a:txBody>
                    <a:bodyPr/>
                    <a:lstStyle/>
                    <a:p>
                      <a:r>
                        <a:rPr lang="en-US" sz="1000" dirty="0"/>
                        <a:t>Topic 3</a:t>
                      </a:r>
                    </a:p>
                  </a:txBody>
                  <a:tcPr/>
                </a:tc>
                <a:tc>
                  <a:txBody>
                    <a:bodyPr/>
                    <a:lstStyle/>
                    <a:p>
                      <a:r>
                        <a:rPr lang="en-US" sz="1000" dirty="0"/>
                        <a:t>Subfield 1</a:t>
                      </a:r>
                    </a:p>
                  </a:txBody>
                  <a:tcPr/>
                </a:tc>
                <a:tc>
                  <a:txBody>
                    <a:bodyPr/>
                    <a:lstStyle/>
                    <a:p>
                      <a:r>
                        <a:rPr lang="en-US" sz="1000" dirty="0"/>
                        <a:t>Subfield 2</a:t>
                      </a:r>
                    </a:p>
                  </a:txBody>
                  <a:tcPr/>
                </a:tc>
                <a:tc>
                  <a:txBody>
                    <a:bodyPr/>
                    <a:lstStyle/>
                    <a:p>
                      <a:r>
                        <a:rPr lang="en-US" sz="1000" dirty="0"/>
                        <a:t>Subfield 3</a:t>
                      </a:r>
                    </a:p>
                  </a:txBody>
                  <a:tcPr/>
                </a:tc>
                <a:tc>
                  <a:txBody>
                    <a:bodyPr/>
                    <a:lstStyle/>
                    <a:p>
                      <a:r>
                        <a:rPr lang="en-US" sz="1000" dirty="0"/>
                        <a:t>Field 1</a:t>
                      </a:r>
                    </a:p>
                  </a:txBody>
                  <a:tcPr/>
                </a:tc>
                <a:tc>
                  <a:txBody>
                    <a:bodyPr/>
                    <a:lstStyle/>
                    <a:p>
                      <a:r>
                        <a:rPr lang="en-US" sz="1000" dirty="0"/>
                        <a:t>Field 2</a:t>
                      </a:r>
                    </a:p>
                  </a:txBody>
                  <a:tcPr/>
                </a:tc>
                <a:tc>
                  <a:txBody>
                    <a:bodyPr/>
                    <a:lstStyle/>
                    <a:p>
                      <a:r>
                        <a:rPr lang="en-US" sz="1000" dirty="0"/>
                        <a:t>Field 3</a:t>
                      </a:r>
                    </a:p>
                  </a:txBody>
                  <a:tcPr/>
                </a:tc>
                <a:extLst>
                  <a:ext uri="{0D108BD9-81ED-4DB2-BD59-A6C34878D82A}">
                    <a16:rowId xmlns:a16="http://schemas.microsoft.com/office/drawing/2014/main" val="1991376875"/>
                  </a:ext>
                </a:extLst>
              </a:tr>
              <a:tr h="370840">
                <a:tc>
                  <a:txBody>
                    <a:bodyPr/>
                    <a:lstStyle/>
                    <a:p>
                      <a:r>
                        <a:rPr lang="en-US" sz="1000" dirty="0"/>
                        <a:t>Perovskite Materials and Applications</a:t>
                      </a:r>
                    </a:p>
                    <a:p>
                      <a:endParaRPr lang="en-US" sz="1000" dirty="0"/>
                    </a:p>
                    <a:p>
                      <a:r>
                        <a:rPr lang="en-US" sz="1000" dirty="0"/>
                        <a:t>This cluster of proposals focuses on the advancements in perovskite solar cell technology, including the use of organometal halide perovskites as light sensitizers for photovoltaic cells, achieving high efficiency and stability, improving charge carrier transport, and exploring applications in light-emitting diodes. The research covers topics such as crystal growth, semiconductor properties, and optoelectronic materials.</a:t>
                      </a:r>
                    </a:p>
                    <a:p>
                      <a:endParaRPr lang="en-US" sz="1000" dirty="0"/>
                    </a:p>
                    <a:p>
                      <a:r>
                        <a:rPr lang="en-US" sz="1000" dirty="0"/>
                        <a:t>Keywords: Perovskite Solar Cells; Organometal Halide Perovskites; Photovoltaic Cells; Efficiency; Stability; Semiconductors; Light-Emitting Diodes; Crystal Growth; Charge Carrier Transport; Optoelectronic Materials</a:t>
                      </a:r>
                    </a:p>
                    <a:p>
                      <a:endParaRPr lang="en-US" sz="1000" dirty="0"/>
                    </a:p>
                    <a:p>
                      <a:r>
                        <a:rPr lang="en-US" sz="1000" dirty="0"/>
                        <a:t>https://</a:t>
                      </a:r>
                      <a:r>
                        <a:rPr lang="en-US" sz="1000" dirty="0" err="1"/>
                        <a:t>en.wikipedia.org</a:t>
                      </a:r>
                      <a:r>
                        <a:rPr lang="en-US" sz="1000" dirty="0"/>
                        <a:t>/wiki/</a:t>
                      </a:r>
                      <a:r>
                        <a:rPr lang="en-US" sz="1000" dirty="0" err="1"/>
                        <a:t>Perovskite_solar_cell</a:t>
                      </a:r>
                      <a:endParaRPr lang="en-US" sz="1000" dirty="0"/>
                    </a:p>
                  </a:txBody>
                  <a:tcPr/>
                </a:tc>
                <a:tc>
                  <a:txBody>
                    <a:bodyPr/>
                    <a:lstStyle/>
                    <a:p>
                      <a:r>
                        <a:rPr lang="en-US" sz="1000" dirty="0"/>
                        <a:t>Solid-state spectroscopy and crystallography</a:t>
                      </a:r>
                    </a:p>
                    <a:p>
                      <a:endParaRPr lang="en-US" sz="1000" dirty="0"/>
                    </a:p>
                    <a:p>
                      <a:r>
                        <a:rPr lang="en-US" sz="1000" dirty="0"/>
                        <a:t>This cluster of proposals explores the use of solid acids as fuel cell electrolytes, focusing on their protonic conduction and ferroelectric properties. The proposals cover topics such as high-temperature behavior, crystal structure, dielectric properties, phase transitions, and the application of nuclear quadrupole resonance in studying these materials.</a:t>
                      </a:r>
                    </a:p>
                    <a:p>
                      <a:endParaRPr lang="en-US" sz="1000" dirty="0"/>
                    </a:p>
                    <a:p>
                      <a:r>
                        <a:rPr lang="en-US" sz="1000" dirty="0"/>
                        <a:t>Keywords: Solid Acids; Protonic Conduction; Ferroelectricity; Fuel Cells; Electrical Properties; Crystal Structure; Dielectric Properties; Phase Transitions; Nuclear Quadrupole Resonance; High Temperature Behavior</a:t>
                      </a:r>
                    </a:p>
                    <a:p>
                      <a:endParaRPr lang="en-US" sz="1000" dirty="0"/>
                    </a:p>
                    <a:p>
                      <a:r>
                        <a:rPr lang="en-US" sz="1000" dirty="0"/>
                        <a:t>https://</a:t>
                      </a:r>
                      <a:r>
                        <a:rPr lang="en-US" sz="1000" dirty="0" err="1"/>
                        <a:t>en.wikipedia.org</a:t>
                      </a:r>
                      <a:r>
                        <a:rPr lang="en-US" sz="1000" dirty="0"/>
                        <a:t>/wiki/</a:t>
                      </a:r>
                      <a:r>
                        <a:rPr lang="en-US" sz="1000" dirty="0" err="1"/>
                        <a:t>Solid_acid_fuel_cell</a:t>
                      </a:r>
                      <a:endParaRPr lang="en-US" sz="1000" dirty="0"/>
                    </a:p>
                  </a:txBody>
                  <a:tcPr/>
                </a:tc>
                <a:tc>
                  <a:txBody>
                    <a:bodyPr/>
                    <a:lstStyle/>
                    <a:p>
                      <a:r>
                        <a:rPr lang="en-US" sz="1000" dirty="0"/>
                        <a:t>……</a:t>
                      </a:r>
                    </a:p>
                  </a:txBody>
                  <a:tcPr/>
                </a:tc>
                <a:tc>
                  <a:txBody>
                    <a:bodyPr/>
                    <a:lstStyle/>
                    <a:p>
                      <a:r>
                        <a:rPr lang="en-US" sz="1000" dirty="0"/>
                        <a:t>Materials Chemistry</a:t>
                      </a:r>
                    </a:p>
                  </a:txBody>
                  <a:tcPr/>
                </a:tc>
                <a:tc>
                  <a:txBody>
                    <a:bodyPr/>
                    <a:lstStyle/>
                    <a:p>
                      <a:r>
                        <a:rPr lang="en-US" sz="1000" dirty="0"/>
                        <a:t>Electrical and Electronic Engineering</a:t>
                      </a:r>
                    </a:p>
                  </a:txBody>
                  <a:tcPr/>
                </a:tc>
                <a:tc>
                  <a:txBody>
                    <a:bodyPr/>
                    <a:lstStyle/>
                    <a:p>
                      <a:r>
                        <a:rPr lang="en-US" sz="1000" dirty="0"/>
                        <a:t>Electronic, Optical and Magnetic Materials</a:t>
                      </a:r>
                    </a:p>
                  </a:txBody>
                  <a:tcPr/>
                </a:tc>
                <a:tc>
                  <a:txBody>
                    <a:bodyPr/>
                    <a:lstStyle/>
                    <a:p>
                      <a:r>
                        <a:rPr lang="en-US" sz="1000" dirty="0"/>
                        <a:t>Materials Science</a:t>
                      </a:r>
                    </a:p>
                  </a:txBody>
                  <a:tcPr/>
                </a:tc>
                <a:tc>
                  <a:txBody>
                    <a:bodyPr/>
                    <a:lstStyle/>
                    <a:p>
                      <a:r>
                        <a:rPr lang="en-US" sz="1000" dirty="0"/>
                        <a:t>Engineering</a:t>
                      </a:r>
                    </a:p>
                  </a:txBody>
                  <a:tcPr/>
                </a:tc>
                <a:tc>
                  <a:txBody>
                    <a:bodyPr/>
                    <a:lstStyle/>
                    <a:p>
                      <a:endParaRPr lang="en-US" sz="1000" dirty="0"/>
                    </a:p>
                  </a:txBody>
                  <a:tcPr/>
                </a:tc>
                <a:extLst>
                  <a:ext uri="{0D108BD9-81ED-4DB2-BD59-A6C34878D82A}">
                    <a16:rowId xmlns:a16="http://schemas.microsoft.com/office/drawing/2014/main" val="2687307834"/>
                  </a:ext>
                </a:extLst>
              </a:tr>
              <a:tr h="370840">
                <a:tc>
                  <a:txBody>
                    <a:bodyPr/>
                    <a:lstStyle/>
                    <a:p>
                      <a:r>
                        <a:rPr lang="en-US" sz="1000" dirty="0"/>
                        <a:t>Relevant</a:t>
                      </a:r>
                    </a:p>
                  </a:txBody>
                  <a:tcPr>
                    <a:solidFill>
                      <a:srgbClr val="00B050"/>
                    </a:solidFill>
                  </a:tcPr>
                </a:tc>
                <a:tc>
                  <a:txBody>
                    <a:bodyPr/>
                    <a:lstStyle/>
                    <a:p>
                      <a:r>
                        <a:rPr lang="en-US" sz="1000" dirty="0"/>
                        <a:t>Not Relevant</a:t>
                      </a:r>
                    </a:p>
                  </a:txBody>
                  <a:tcPr>
                    <a:solidFill>
                      <a:srgbClr val="FF0000"/>
                    </a:solidFill>
                  </a:tcPr>
                </a:tc>
                <a:tc>
                  <a:txBody>
                    <a:bodyPr/>
                    <a:lstStyle/>
                    <a:p>
                      <a:r>
                        <a:rPr lang="en-US" sz="1000" dirty="0"/>
                        <a:t>Uncertain</a:t>
                      </a:r>
                    </a:p>
                  </a:txBody>
                  <a:tcPr>
                    <a:solidFill>
                      <a:srgbClr val="FFC000"/>
                    </a:solidFill>
                  </a:tcPr>
                </a:tc>
                <a:tc>
                  <a:txBody>
                    <a:bodyPr/>
                    <a:lstStyle/>
                    <a:p>
                      <a:endParaRPr lang="en-US" sz="1000" dirty="0"/>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extLst>
                  <a:ext uri="{0D108BD9-81ED-4DB2-BD59-A6C34878D82A}">
                    <a16:rowId xmlns:a16="http://schemas.microsoft.com/office/drawing/2014/main" val="525065036"/>
                  </a:ext>
                </a:extLst>
              </a:tr>
            </a:tbl>
          </a:graphicData>
        </a:graphic>
      </p:graphicFrame>
    </p:spTree>
    <p:extLst>
      <p:ext uri="{BB962C8B-B14F-4D97-AF65-F5344CB8AC3E}">
        <p14:creationId xmlns:p14="http://schemas.microsoft.com/office/powerpoint/2010/main" val="2545209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3BC94-A164-9720-EF5E-BA788390CEFC}"/>
              </a:ext>
            </a:extLst>
          </p:cNvPr>
          <p:cNvSpPr>
            <a:spLocks noGrp="1"/>
          </p:cNvSpPr>
          <p:nvPr>
            <p:ph type="title"/>
          </p:nvPr>
        </p:nvSpPr>
        <p:spPr/>
        <p:txBody>
          <a:bodyPr/>
          <a:lstStyle/>
          <a:p>
            <a:r>
              <a:rPr lang="en-US" dirty="0"/>
              <a:t>Topic classification - reviewers</a:t>
            </a:r>
          </a:p>
        </p:txBody>
      </p:sp>
      <p:sp>
        <p:nvSpPr>
          <p:cNvPr id="3" name="Content Placeholder 2">
            <a:extLst>
              <a:ext uri="{FF2B5EF4-FFF2-40B4-BE49-F238E27FC236}">
                <a16:creationId xmlns:a16="http://schemas.microsoft.com/office/drawing/2014/main" id="{CC292F59-BFC7-1466-8022-67A116D47678}"/>
              </a:ext>
            </a:extLst>
          </p:cNvPr>
          <p:cNvSpPr>
            <a:spLocks noGrp="1"/>
          </p:cNvSpPr>
          <p:nvPr>
            <p:ph idx="1"/>
          </p:nvPr>
        </p:nvSpPr>
        <p:spPr/>
        <p:txBody>
          <a:bodyPr/>
          <a:lstStyle/>
          <a:p>
            <a:r>
              <a:rPr lang="en-US" dirty="0"/>
              <a:t>Each proposal takes between 5-10 minutes</a:t>
            </a:r>
          </a:p>
          <a:p>
            <a:r>
              <a:rPr lang="en-US" dirty="0"/>
              <a:t>Aiming for 10 experts who become co-authors of the final paper</a:t>
            </a:r>
          </a:p>
          <a:p>
            <a:pPr lvl="1"/>
            <a:r>
              <a:rPr lang="en-US" dirty="0"/>
              <a:t>About 5 hours of work spread over 2 months (average of 5 minutes per proposal); maximum 2 days of work</a:t>
            </a:r>
          </a:p>
          <a:p>
            <a:r>
              <a:rPr lang="en-US" dirty="0"/>
              <a:t>Ideally experts familiar with the proposal review process</a:t>
            </a:r>
          </a:p>
          <a:p>
            <a:r>
              <a:rPr lang="en-US" dirty="0"/>
              <a:t>Multi-domain expertise desirable</a:t>
            </a:r>
          </a:p>
        </p:txBody>
      </p:sp>
    </p:spTree>
    <p:extLst>
      <p:ext uri="{BB962C8B-B14F-4D97-AF65-F5344CB8AC3E}">
        <p14:creationId xmlns:p14="http://schemas.microsoft.com/office/powerpoint/2010/main" val="28773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9D924FB-0B5C-94C2-7365-47E637CA703A}"/>
              </a:ext>
            </a:extLst>
          </p:cNvPr>
          <p:cNvPicPr>
            <a:picLocks noChangeAspect="1"/>
          </p:cNvPicPr>
          <p:nvPr/>
        </p:nvPicPr>
        <p:blipFill>
          <a:blip r:embed="rId3"/>
          <a:stretch>
            <a:fillRect/>
          </a:stretch>
        </p:blipFill>
        <p:spPr>
          <a:xfrm>
            <a:off x="1140369" y="132695"/>
            <a:ext cx="9911262" cy="6592609"/>
          </a:xfrm>
          <a:prstGeom prst="rect">
            <a:avLst/>
          </a:prstGeom>
        </p:spPr>
      </p:pic>
    </p:spTree>
    <p:extLst>
      <p:ext uri="{BB962C8B-B14F-4D97-AF65-F5344CB8AC3E}">
        <p14:creationId xmlns:p14="http://schemas.microsoft.com/office/powerpoint/2010/main" val="4030525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A4434-20D1-9A55-3B48-EC0B65DBC2B7}"/>
              </a:ext>
            </a:extLst>
          </p:cNvPr>
          <p:cNvSpPr>
            <a:spLocks noGrp="1"/>
          </p:cNvSpPr>
          <p:nvPr>
            <p:ph type="title"/>
          </p:nvPr>
        </p:nvSpPr>
        <p:spPr/>
        <p:txBody>
          <a:bodyPr/>
          <a:lstStyle/>
          <a:p>
            <a:r>
              <a:rPr lang="en-US" dirty="0"/>
              <a:t>How you can help</a:t>
            </a:r>
          </a:p>
        </p:txBody>
      </p:sp>
      <p:sp>
        <p:nvSpPr>
          <p:cNvPr id="3" name="Content Placeholder 2">
            <a:extLst>
              <a:ext uri="{FF2B5EF4-FFF2-40B4-BE49-F238E27FC236}">
                <a16:creationId xmlns:a16="http://schemas.microsoft.com/office/drawing/2014/main" id="{3E6A90C1-254B-DF29-155E-140E412C5075}"/>
              </a:ext>
            </a:extLst>
          </p:cNvPr>
          <p:cNvSpPr>
            <a:spLocks noGrp="1"/>
          </p:cNvSpPr>
          <p:nvPr>
            <p:ph idx="1"/>
          </p:nvPr>
        </p:nvSpPr>
        <p:spPr/>
        <p:txBody>
          <a:bodyPr/>
          <a:lstStyle/>
          <a:p>
            <a:r>
              <a:rPr lang="en-US" dirty="0"/>
              <a:t>What do you think about the plan?</a:t>
            </a:r>
          </a:p>
          <a:p>
            <a:r>
              <a:rPr lang="en-US" dirty="0"/>
              <a:t>Would you be willing to volunteer yourself or someone as a reviewer?</a:t>
            </a:r>
          </a:p>
          <a:p>
            <a:pPr marL="0" indent="0">
              <a:buNone/>
            </a:pPr>
            <a:endParaRPr lang="en-US" dirty="0"/>
          </a:p>
        </p:txBody>
      </p:sp>
    </p:spTree>
    <p:extLst>
      <p:ext uri="{BB962C8B-B14F-4D97-AF65-F5344CB8AC3E}">
        <p14:creationId xmlns:p14="http://schemas.microsoft.com/office/powerpoint/2010/main" val="3679653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6C3800-986F-7B43-85DF-B5054BC5B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108DA-8A46-EDD7-B814-17CA265F4CB2}"/>
              </a:ext>
            </a:extLst>
          </p:cNvPr>
          <p:cNvSpPr>
            <a:spLocks noGrp="1"/>
          </p:cNvSpPr>
          <p:nvPr>
            <p:ph type="title"/>
          </p:nvPr>
        </p:nvSpPr>
        <p:spPr/>
        <p:txBody>
          <a:bodyPr vert="horz" lIns="91440" tIns="45720" rIns="91440" bIns="45720" rtlCol="0" anchor="b">
            <a:normAutofit fontScale="90000"/>
          </a:bodyPr>
          <a:lstStyle/>
          <a:p>
            <a:r>
              <a:rPr lang="en-US" sz="4800" dirty="0"/>
              <a:t>Activity #3</a:t>
            </a:r>
            <a:br>
              <a:rPr lang="en-US" sz="4800" dirty="0"/>
            </a:br>
            <a:r>
              <a:rPr lang="en-US" sz="4800" dirty="0"/>
              <a:t>Proposal matching system</a:t>
            </a:r>
          </a:p>
        </p:txBody>
      </p:sp>
      <p:sp>
        <p:nvSpPr>
          <p:cNvPr id="4" name="Content Placeholder 3">
            <a:extLst>
              <a:ext uri="{FF2B5EF4-FFF2-40B4-BE49-F238E27FC236}">
                <a16:creationId xmlns:a16="http://schemas.microsoft.com/office/drawing/2014/main" id="{33E39A76-EEBB-AAEF-09A8-CFDC94843617}"/>
              </a:ext>
            </a:extLst>
          </p:cNvPr>
          <p:cNvSpPr>
            <a:spLocks noGrp="1"/>
          </p:cNvSpPr>
          <p:nvPr>
            <p:ph idx="1"/>
          </p:nvPr>
        </p:nvSpPr>
        <p:spPr/>
        <p:txBody>
          <a:bodyPr vert="horz" lIns="91440" tIns="45720" rIns="91440" bIns="45720" rtlCol="0" anchor="t">
            <a:normAutofit/>
          </a:bodyPr>
          <a:lstStyle/>
          <a:p>
            <a:r>
              <a:rPr lang="en-US" dirty="0"/>
              <a:t>Automatically assign reviewers to proposals based on matched expertise</a:t>
            </a:r>
          </a:p>
          <a:p>
            <a:r>
              <a:rPr lang="en-US" dirty="0"/>
              <a:t>Tracks reviewer history to avoid consecutive assignments</a:t>
            </a:r>
          </a:p>
          <a:p>
            <a:r>
              <a:rPr lang="en-US" dirty="0"/>
              <a:t>Literature review</a:t>
            </a:r>
          </a:p>
          <a:p>
            <a:pPr lvl="1">
              <a:buFont typeface="Courier New" panose="020B0604020202020204" pitchFamily="34" charset="0"/>
              <a:buChar char="o"/>
            </a:pPr>
            <a:r>
              <a:rPr lang="en-US" dirty="0">
                <a:cs typeface="Arial"/>
              </a:rPr>
              <a:t>Charlin</a:t>
            </a:r>
            <a:r>
              <a:rPr lang="en-US" dirty="0">
                <a:solidFill>
                  <a:srgbClr val="000000"/>
                </a:solidFill>
                <a:latin typeface="Neue Haas Grotesk Text Pro"/>
                <a:cs typeface="Arial"/>
              </a:rPr>
              <a:t>, L., &amp; Zemel, R. (2013). The Toronto paper matching system: an automated paper-reviewer assignment system.</a:t>
            </a:r>
            <a:endParaRPr lang="en-US" dirty="0"/>
          </a:p>
          <a:p>
            <a:endParaRPr lang="en-US" dirty="0"/>
          </a:p>
        </p:txBody>
      </p:sp>
      <p:pic>
        <p:nvPicPr>
          <p:cNvPr id="5" name="Graphic 4" descr="Web design outline">
            <a:extLst>
              <a:ext uri="{FF2B5EF4-FFF2-40B4-BE49-F238E27FC236}">
                <a16:creationId xmlns:a16="http://schemas.microsoft.com/office/drawing/2014/main" id="{2CE5BCD7-C3B2-860D-AD5F-0898FDFC96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79431" y="223951"/>
            <a:ext cx="1504265" cy="1504265"/>
          </a:xfrm>
          <a:prstGeom prst="rect">
            <a:avLst/>
          </a:prstGeom>
        </p:spPr>
      </p:pic>
    </p:spTree>
    <p:extLst>
      <p:ext uri="{BB962C8B-B14F-4D97-AF65-F5344CB8AC3E}">
        <p14:creationId xmlns:p14="http://schemas.microsoft.com/office/powerpoint/2010/main" val="1551409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77484D-A56A-5D3A-1780-CF3F9AE8C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72C4B7-3933-E7E0-5DD6-F8A3913BA06C}"/>
              </a:ext>
            </a:extLst>
          </p:cNvPr>
          <p:cNvSpPr>
            <a:spLocks noGrp="1"/>
          </p:cNvSpPr>
          <p:nvPr>
            <p:ph type="title"/>
          </p:nvPr>
        </p:nvSpPr>
        <p:spPr/>
        <p:txBody>
          <a:bodyPr vert="horz" lIns="91440" tIns="45720" rIns="91440" bIns="45720" rtlCol="0" anchor="b">
            <a:normAutofit fontScale="90000"/>
          </a:bodyPr>
          <a:lstStyle/>
          <a:p>
            <a:r>
              <a:rPr lang="en-US" sz="4800" dirty="0"/>
              <a:t>Activity #4</a:t>
            </a:r>
            <a:br>
              <a:rPr lang="en-US" sz="4800" dirty="0"/>
            </a:br>
            <a:r>
              <a:rPr lang="en-US" sz="4800" dirty="0"/>
              <a:t>AI-ready data</a:t>
            </a:r>
          </a:p>
        </p:txBody>
      </p:sp>
      <p:sp>
        <p:nvSpPr>
          <p:cNvPr id="5" name="Content Placeholder 4">
            <a:extLst>
              <a:ext uri="{FF2B5EF4-FFF2-40B4-BE49-F238E27FC236}">
                <a16:creationId xmlns:a16="http://schemas.microsoft.com/office/drawing/2014/main" id="{1B93CC4B-D165-4A29-7DC4-F599C033B1D6}"/>
              </a:ext>
            </a:extLst>
          </p:cNvPr>
          <p:cNvSpPr>
            <a:spLocks noGrp="1"/>
          </p:cNvSpPr>
          <p:nvPr>
            <p:ph idx="1"/>
          </p:nvPr>
        </p:nvSpPr>
        <p:spPr/>
        <p:txBody>
          <a:bodyPr/>
          <a:lstStyle/>
          <a:p>
            <a:pPr marL="285750" indent="-285750"/>
            <a:r>
              <a:rPr lang="en-US" dirty="0"/>
              <a:t>Workflow data</a:t>
            </a:r>
          </a:p>
          <a:p>
            <a:pPr marL="742950" lvl="1" indent="-285750"/>
            <a:r>
              <a:rPr lang="en-US" sz="2400" dirty="0"/>
              <a:t>Used or generated within Diamond's processing workflows, from the initial raw input through all intermediate processing steps</a:t>
            </a:r>
          </a:p>
          <a:p>
            <a:pPr marL="285750" indent="-285750"/>
            <a:r>
              <a:rPr lang="en-US" dirty="0"/>
              <a:t>Curated data</a:t>
            </a:r>
          </a:p>
          <a:p>
            <a:pPr marL="742950" lvl="1" indent="-285750"/>
            <a:r>
              <a:rPr lang="en-US" sz="2400" dirty="0"/>
              <a:t>Final archive-ready data package released to the wider scientific community</a:t>
            </a:r>
          </a:p>
          <a:p>
            <a:endParaRPr lang="en-US" dirty="0"/>
          </a:p>
        </p:txBody>
      </p:sp>
      <p:pic>
        <p:nvPicPr>
          <p:cNvPr id="4" name="Graphic 3" descr="Robot Outline">
            <a:extLst>
              <a:ext uri="{FF2B5EF4-FFF2-40B4-BE49-F238E27FC236}">
                <a16:creationId xmlns:a16="http://schemas.microsoft.com/office/drawing/2014/main" id="{CF4198F7-1808-F0D7-98BA-C8780C045D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78898" y="0"/>
            <a:ext cx="2021698" cy="2021698"/>
          </a:xfrm>
          <a:prstGeom prst="rect">
            <a:avLst/>
          </a:prstGeom>
        </p:spPr>
      </p:pic>
    </p:spTree>
    <p:extLst>
      <p:ext uri="{BB962C8B-B14F-4D97-AF65-F5344CB8AC3E}">
        <p14:creationId xmlns:p14="http://schemas.microsoft.com/office/powerpoint/2010/main" val="776297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8426B-85E8-2965-4ECF-1E321677B353}"/>
              </a:ext>
            </a:extLst>
          </p:cNvPr>
          <p:cNvSpPr>
            <a:spLocks noGrp="1"/>
          </p:cNvSpPr>
          <p:nvPr>
            <p:ph type="title"/>
          </p:nvPr>
        </p:nvSpPr>
        <p:spPr/>
        <p:txBody>
          <a:bodyPr/>
          <a:lstStyle/>
          <a:p>
            <a:r>
              <a:rPr lang="en-GB" dirty="0"/>
              <a:t>AI-ready data</a:t>
            </a:r>
          </a:p>
        </p:txBody>
      </p:sp>
      <p:sp>
        <p:nvSpPr>
          <p:cNvPr id="3" name="Content Placeholder 2">
            <a:extLst>
              <a:ext uri="{FF2B5EF4-FFF2-40B4-BE49-F238E27FC236}">
                <a16:creationId xmlns:a16="http://schemas.microsoft.com/office/drawing/2014/main" id="{DADC1201-9159-0719-D822-FB990AB21EBB}"/>
              </a:ext>
            </a:extLst>
          </p:cNvPr>
          <p:cNvSpPr>
            <a:spLocks noGrp="1"/>
          </p:cNvSpPr>
          <p:nvPr>
            <p:ph idx="1"/>
          </p:nvPr>
        </p:nvSpPr>
        <p:spPr>
          <a:xfrm>
            <a:off x="1115568" y="2478024"/>
            <a:ext cx="10168128" cy="793229"/>
          </a:xfrm>
        </p:spPr>
        <p:txBody>
          <a:bodyPr vert="horz" lIns="91440" tIns="45720" rIns="91440" bIns="45720" rtlCol="0" anchor="t">
            <a:normAutofit/>
          </a:bodyPr>
          <a:lstStyle/>
          <a:p>
            <a:pPr marL="0" indent="0">
              <a:buNone/>
            </a:pPr>
            <a:r>
              <a:rPr lang="en-GB" dirty="0">
                <a:ea typeface="+mn-lt"/>
                <a:cs typeface="+mn-lt"/>
              </a:rPr>
              <a:t>High-quality, accessible, and appropriate for AI use</a:t>
            </a:r>
            <a:endParaRPr lang="en-GB" dirty="0"/>
          </a:p>
        </p:txBody>
      </p:sp>
      <p:graphicFrame>
        <p:nvGraphicFramePr>
          <p:cNvPr id="5" name="Diagram 4">
            <a:extLst>
              <a:ext uri="{FF2B5EF4-FFF2-40B4-BE49-F238E27FC236}">
                <a16:creationId xmlns:a16="http://schemas.microsoft.com/office/drawing/2014/main" id="{A5711F22-AA57-B076-9304-CB681F97F301}"/>
              </a:ext>
            </a:extLst>
          </p:cNvPr>
          <p:cNvGraphicFramePr/>
          <p:nvPr>
            <p:extLst>
              <p:ext uri="{D42A27DB-BD31-4B8C-83A1-F6EECF244321}">
                <p14:modId xmlns:p14="http://schemas.microsoft.com/office/powerpoint/2010/main" val="1282040306"/>
              </p:ext>
            </p:extLst>
          </p:nvPr>
        </p:nvGraphicFramePr>
        <p:xfrm>
          <a:off x="2553368" y="1954463"/>
          <a:ext cx="7085263" cy="4900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2" name="TextBox 41">
            <a:extLst>
              <a:ext uri="{FF2B5EF4-FFF2-40B4-BE49-F238E27FC236}">
                <a16:creationId xmlns:a16="http://schemas.microsoft.com/office/drawing/2014/main" id="{B61B7A65-1C07-A4F9-9C9B-B055E77B452E}"/>
              </a:ext>
            </a:extLst>
          </p:cNvPr>
          <p:cNvSpPr txBox="1"/>
          <p:nvPr/>
        </p:nvSpPr>
        <p:spPr>
          <a:xfrm>
            <a:off x="2446421" y="5106736"/>
            <a:ext cx="211221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Protein Data Bank</a:t>
            </a:r>
          </a:p>
        </p:txBody>
      </p:sp>
      <p:sp>
        <p:nvSpPr>
          <p:cNvPr id="63" name="TextBox 62">
            <a:extLst>
              <a:ext uri="{FF2B5EF4-FFF2-40B4-BE49-F238E27FC236}">
                <a16:creationId xmlns:a16="http://schemas.microsoft.com/office/drawing/2014/main" id="{B83A2928-5B2E-1571-6CD7-F7742E52ADF0}"/>
              </a:ext>
            </a:extLst>
          </p:cNvPr>
          <p:cNvSpPr txBox="1"/>
          <p:nvPr/>
        </p:nvSpPr>
        <p:spPr>
          <a:xfrm>
            <a:off x="8134684" y="5106736"/>
            <a:ext cx="1270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AlphaFold</a:t>
            </a:r>
            <a:endParaRPr lang="en-US" dirty="0"/>
          </a:p>
        </p:txBody>
      </p:sp>
      <p:sp>
        <p:nvSpPr>
          <p:cNvPr id="7" name="Rectangle 1">
            <a:extLst>
              <a:ext uri="{FF2B5EF4-FFF2-40B4-BE49-F238E27FC236}">
                <a16:creationId xmlns:a16="http://schemas.microsoft.com/office/drawing/2014/main" id="{F1E7A187-FF65-C13A-5488-063E9451CF2C}"/>
              </a:ext>
            </a:extLst>
          </p:cNvPr>
          <p:cNvSpPr>
            <a:spLocks noChangeArrowheads="1"/>
          </p:cNvSpPr>
          <p:nvPr/>
        </p:nvSpPr>
        <p:spPr bwMode="auto">
          <a:xfrm>
            <a:off x="51816" y="6027196"/>
            <a:ext cx="1208836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222"/>
                </a:solidFill>
                <a:effectLst/>
                <a:latin typeface="Arial" panose="020B0604020202020204" pitchFamily="34" charset="0"/>
                <a:ea typeface="-apple-system"/>
              </a:rPr>
              <a:t>Jumper, J., Evans, R., Pritzel, A. </a:t>
            </a:r>
            <a:r>
              <a:rPr kumimoji="0" lang="en-US" altLang="en-US" sz="1800" b="0" i="1" u="none" strike="noStrike" cap="none" normalizeH="0" baseline="0" dirty="0">
                <a:ln>
                  <a:noFill/>
                </a:ln>
                <a:solidFill>
                  <a:srgbClr val="222222"/>
                </a:solidFill>
                <a:effectLst/>
                <a:latin typeface="Arial" panose="020B0604020202020204" pitchFamily="34" charset="0"/>
                <a:ea typeface="-apple-system"/>
              </a:rPr>
              <a:t>et al.</a:t>
            </a:r>
            <a:r>
              <a:rPr kumimoji="0" lang="en-US" altLang="en-US" sz="1800" b="0" i="0" u="none" strike="noStrike" cap="none" normalizeH="0" baseline="0" dirty="0">
                <a:ln>
                  <a:noFill/>
                </a:ln>
                <a:solidFill>
                  <a:srgbClr val="222222"/>
                </a:solidFill>
                <a:effectLst/>
                <a:latin typeface="Arial" panose="020B0604020202020204" pitchFamily="34" charset="0"/>
                <a:ea typeface="-apple-system"/>
              </a:rPr>
              <a:t> Highly accurate protein structure prediction with AlphaFold. </a:t>
            </a:r>
            <a:r>
              <a:rPr kumimoji="0" lang="en-US" altLang="en-US" sz="1800" b="0" i="1" u="none" strike="noStrike" cap="none" normalizeH="0" baseline="0" dirty="0">
                <a:ln>
                  <a:noFill/>
                </a:ln>
                <a:solidFill>
                  <a:srgbClr val="222222"/>
                </a:solidFill>
                <a:effectLst/>
                <a:latin typeface="Arial" panose="020B0604020202020204" pitchFamily="34" charset="0"/>
                <a:ea typeface="-apple-system"/>
              </a:rPr>
              <a:t>Nature</a:t>
            </a:r>
            <a:r>
              <a:rPr kumimoji="0" lang="en-US" altLang="en-US" sz="1800" b="0" i="0" u="none" strike="noStrike" cap="none" normalizeH="0" baseline="0" dirty="0">
                <a:ln>
                  <a:noFill/>
                </a:ln>
                <a:solidFill>
                  <a:srgbClr val="222222"/>
                </a:solidFill>
                <a:effectLst/>
                <a:latin typeface="Arial" panose="020B0604020202020204" pitchFamily="34" charset="0"/>
                <a:ea typeface="-apple-system"/>
              </a:rPr>
              <a:t> </a:t>
            </a:r>
            <a:r>
              <a:rPr kumimoji="0" lang="en-US" altLang="en-US" sz="1800" b="1" i="0" u="none" strike="noStrike" cap="none" normalizeH="0" baseline="0" dirty="0">
                <a:ln>
                  <a:noFill/>
                </a:ln>
                <a:solidFill>
                  <a:srgbClr val="222222"/>
                </a:solidFill>
                <a:effectLst/>
                <a:latin typeface="Arial" panose="020B0604020202020204" pitchFamily="34" charset="0"/>
                <a:ea typeface="-apple-system"/>
              </a:rPr>
              <a:t>596</a:t>
            </a:r>
            <a:r>
              <a:rPr kumimoji="0" lang="en-US" altLang="en-US" sz="1800" b="0" i="0" u="none" strike="noStrike" cap="none" normalizeH="0" baseline="0" dirty="0">
                <a:ln>
                  <a:noFill/>
                </a:ln>
                <a:solidFill>
                  <a:srgbClr val="222222"/>
                </a:solidFill>
                <a:effectLst/>
                <a:latin typeface="Arial" panose="020B0604020202020204" pitchFamily="34" charset="0"/>
                <a:ea typeface="-apple-system"/>
              </a:rPr>
              <a:t>, 583–589 (2021). https://</a:t>
            </a:r>
            <a:r>
              <a:rPr kumimoji="0" lang="en-US" altLang="en-US" sz="1800" b="0" i="0" u="none" strike="noStrike" cap="none" normalizeH="0" baseline="0" dirty="0" err="1">
                <a:ln>
                  <a:noFill/>
                </a:ln>
                <a:solidFill>
                  <a:srgbClr val="222222"/>
                </a:solidFill>
                <a:effectLst/>
                <a:latin typeface="Arial" panose="020B0604020202020204" pitchFamily="34" charset="0"/>
                <a:ea typeface="-apple-system"/>
              </a:rPr>
              <a:t>doi.org</a:t>
            </a:r>
            <a:r>
              <a:rPr kumimoji="0" lang="en-US" altLang="en-US" sz="1800" b="0" i="0" u="none" strike="noStrike" cap="none" normalizeH="0" baseline="0" dirty="0">
                <a:ln>
                  <a:noFill/>
                </a:ln>
                <a:solidFill>
                  <a:srgbClr val="222222"/>
                </a:solidFill>
                <a:effectLst/>
                <a:latin typeface="Arial" panose="020B0604020202020204" pitchFamily="34" charset="0"/>
                <a:ea typeface="-apple-system"/>
              </a:rPr>
              <a:t>/10.1038/s41586-021-03819-2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722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graphicEl>
                                              <a:dgm id="{38C7618B-E041-4CD6-BBAA-5430FC6DA914}"/>
                                            </p:graphicEl>
                                          </p:spTgt>
                                        </p:tgtEl>
                                        <p:attrNameLst>
                                          <p:attrName>style.visibility</p:attrName>
                                        </p:attrNameLst>
                                      </p:cBhvr>
                                      <p:to>
                                        <p:strVal val="visible"/>
                                      </p:to>
                                    </p:set>
                                    <p:animEffect transition="in" filter="dissolve">
                                      <p:cBhvr>
                                        <p:cTn id="7" dur="500"/>
                                        <p:tgtEl>
                                          <p:spTgt spid="5">
                                            <p:graphicEl>
                                              <a:dgm id="{38C7618B-E041-4CD6-BBAA-5430FC6DA914}"/>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graphicEl>
                                              <a:dgm id="{409C7518-2A76-41F0-B47B-952CC701863F}"/>
                                            </p:graphicEl>
                                          </p:spTgt>
                                        </p:tgtEl>
                                        <p:attrNameLst>
                                          <p:attrName>style.visibility</p:attrName>
                                        </p:attrNameLst>
                                      </p:cBhvr>
                                      <p:to>
                                        <p:strVal val="visible"/>
                                      </p:to>
                                    </p:set>
                                    <p:animEffect transition="in" filter="dissolve">
                                      <p:cBhvr>
                                        <p:cTn id="12" dur="500"/>
                                        <p:tgtEl>
                                          <p:spTgt spid="5">
                                            <p:graphicEl>
                                              <a:dgm id="{409C7518-2A76-41F0-B47B-952CC701863F}"/>
                                            </p:graphic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graphicEl>
                                              <a:dgm id="{2396F414-0107-4540-8D9F-E2347D586262}"/>
                                            </p:graphicEl>
                                          </p:spTgt>
                                        </p:tgtEl>
                                        <p:attrNameLst>
                                          <p:attrName>style.visibility</p:attrName>
                                        </p:attrNameLst>
                                      </p:cBhvr>
                                      <p:to>
                                        <p:strVal val="visible"/>
                                      </p:to>
                                    </p:set>
                                    <p:animEffect transition="in" filter="dissolve">
                                      <p:cBhvr>
                                        <p:cTn id="15" dur="500"/>
                                        <p:tgtEl>
                                          <p:spTgt spid="5">
                                            <p:graphicEl>
                                              <a:dgm id="{2396F414-0107-4540-8D9F-E2347D586262}"/>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
                                            <p:graphicEl>
                                              <a:dgm id="{5B8B00B7-1485-4A90-A276-4845B6D46D3B}"/>
                                            </p:graphicEl>
                                          </p:spTgt>
                                        </p:tgtEl>
                                        <p:attrNameLst>
                                          <p:attrName>style.visibility</p:attrName>
                                        </p:attrNameLst>
                                      </p:cBhvr>
                                      <p:to>
                                        <p:strVal val="visible"/>
                                      </p:to>
                                    </p:set>
                                    <p:animEffect transition="in" filter="dissolve">
                                      <p:cBhvr>
                                        <p:cTn id="20" dur="500"/>
                                        <p:tgtEl>
                                          <p:spTgt spid="5">
                                            <p:graphicEl>
                                              <a:dgm id="{5B8B00B7-1485-4A90-A276-4845B6D46D3B}"/>
                                            </p:graphic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5">
                                            <p:graphicEl>
                                              <a:dgm id="{60CB0E99-C59F-46F4-825D-20D8FFDF3330}"/>
                                            </p:graphicEl>
                                          </p:spTgt>
                                        </p:tgtEl>
                                        <p:attrNameLst>
                                          <p:attrName>style.visibility</p:attrName>
                                        </p:attrNameLst>
                                      </p:cBhvr>
                                      <p:to>
                                        <p:strVal val="visible"/>
                                      </p:to>
                                    </p:set>
                                    <p:animEffect transition="in" filter="dissolve">
                                      <p:cBhvr>
                                        <p:cTn id="23" dur="500"/>
                                        <p:tgtEl>
                                          <p:spTgt spid="5">
                                            <p:graphicEl>
                                              <a:dgm id="{60CB0E99-C59F-46F4-825D-20D8FFDF3330}"/>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dissolve">
                                      <p:cBhvr>
                                        <p:cTn id="28" dur="500"/>
                                        <p:tgtEl>
                                          <p:spTgt spid="42"/>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dissolve">
                                      <p:cBhvr>
                                        <p:cTn id="31" dur="500"/>
                                        <p:tgtEl>
                                          <p:spTgt spid="63"/>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dissolv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P spid="42" grpId="0"/>
      <p:bldP spid="63"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ABF22-7679-8540-26FE-4F7B6F8D8810}"/>
              </a:ext>
            </a:extLst>
          </p:cNvPr>
          <p:cNvSpPr>
            <a:spLocks noGrp="1"/>
          </p:cNvSpPr>
          <p:nvPr>
            <p:ph type="title"/>
          </p:nvPr>
        </p:nvSpPr>
        <p:spPr/>
        <p:txBody>
          <a:bodyPr anchor="ctr">
            <a:normAutofit/>
          </a:bodyPr>
          <a:lstStyle/>
          <a:p>
            <a:r>
              <a:rPr lang="en-US" sz="2800" dirty="0" err="1"/>
              <a:t>OpenBind</a:t>
            </a:r>
            <a:endParaRPr lang="en-US" sz="2800" dirty="0"/>
          </a:p>
        </p:txBody>
      </p:sp>
      <p:sp>
        <p:nvSpPr>
          <p:cNvPr id="15" name="Content Placeholder 8">
            <a:extLst>
              <a:ext uri="{FF2B5EF4-FFF2-40B4-BE49-F238E27FC236}">
                <a16:creationId xmlns:a16="http://schemas.microsoft.com/office/drawing/2014/main" id="{A48255EA-E179-2F70-1301-E44B76B72577}"/>
              </a:ext>
            </a:extLst>
          </p:cNvPr>
          <p:cNvSpPr>
            <a:spLocks noGrp="1"/>
          </p:cNvSpPr>
          <p:nvPr>
            <p:ph idx="1"/>
          </p:nvPr>
        </p:nvSpPr>
        <p:spPr>
          <a:xfrm>
            <a:off x="524108" y="2478024"/>
            <a:ext cx="5006897" cy="3694176"/>
          </a:xfrm>
        </p:spPr>
        <p:txBody>
          <a:bodyPr anchor="t">
            <a:normAutofit/>
          </a:bodyPr>
          <a:lstStyle/>
          <a:p>
            <a:r>
              <a:rPr lang="en-US" sz="1800" dirty="0"/>
              <a:t>Initiative to generate large amounts of data to power AI for drug discovery</a:t>
            </a:r>
          </a:p>
          <a:p>
            <a:r>
              <a:rPr lang="en-US" sz="1800" dirty="0" err="1"/>
              <a:t>Centred</a:t>
            </a:r>
            <a:r>
              <a:rPr lang="en-US" sz="1800" dirty="0"/>
              <a:t> at Diamond Light Source</a:t>
            </a:r>
          </a:p>
          <a:p>
            <a:r>
              <a:rPr lang="en-US" sz="1800" dirty="0"/>
              <a:t>Blueprint for this project</a:t>
            </a:r>
          </a:p>
          <a:p>
            <a:r>
              <a:rPr lang="en-US" sz="1800" dirty="0"/>
              <a:t>Initial chat with Warren</a:t>
            </a:r>
          </a:p>
          <a:p>
            <a:endParaRPr lang="en-US" sz="1800" dirty="0"/>
          </a:p>
          <a:p>
            <a:endParaRPr lang="en-US" sz="1700" dirty="0"/>
          </a:p>
        </p:txBody>
      </p:sp>
      <p:pic>
        <p:nvPicPr>
          <p:cNvPr id="5" name="Content Placeholder 4" descr="A screenshot of a computer&#10;&#10;AI-generated content may be incorrect.">
            <a:extLst>
              <a:ext uri="{FF2B5EF4-FFF2-40B4-BE49-F238E27FC236}">
                <a16:creationId xmlns:a16="http://schemas.microsoft.com/office/drawing/2014/main" id="{A94C7277-BB84-F880-0D11-29B722EAF6A2}"/>
              </a:ext>
            </a:extLst>
          </p:cNvPr>
          <p:cNvPicPr>
            <a:picLocks noChangeAspect="1"/>
          </p:cNvPicPr>
          <p:nvPr/>
        </p:nvPicPr>
        <p:blipFill>
          <a:blip r:embed="rId3"/>
          <a:srcRect b="3508"/>
          <a:stretch>
            <a:fillRect/>
          </a:stretch>
        </p:blipFill>
        <p:spPr>
          <a:xfrm>
            <a:off x="5809785" y="2210362"/>
            <a:ext cx="6143501" cy="4179229"/>
          </a:xfrm>
          <a:prstGeom prst="rect">
            <a:avLst/>
          </a:prstGeom>
        </p:spPr>
      </p:pic>
      <p:sp>
        <p:nvSpPr>
          <p:cNvPr id="6" name="TextBox 5">
            <a:extLst>
              <a:ext uri="{FF2B5EF4-FFF2-40B4-BE49-F238E27FC236}">
                <a16:creationId xmlns:a16="http://schemas.microsoft.com/office/drawing/2014/main" id="{A18BA5D8-651E-AD16-7CBD-ADE838AD81EA}"/>
              </a:ext>
            </a:extLst>
          </p:cNvPr>
          <p:cNvSpPr txBox="1"/>
          <p:nvPr/>
        </p:nvSpPr>
        <p:spPr>
          <a:xfrm>
            <a:off x="5809785" y="6472119"/>
            <a:ext cx="2498502" cy="370268"/>
          </a:xfrm>
          <a:prstGeom prst="rect">
            <a:avLst/>
          </a:prstGeom>
          <a:noFill/>
        </p:spPr>
        <p:txBody>
          <a:bodyPr wrap="square" rtlCol="0">
            <a:spAutoFit/>
          </a:bodyPr>
          <a:lstStyle/>
          <a:p>
            <a:r>
              <a:rPr lang="en-US" dirty="0"/>
              <a:t>https://</a:t>
            </a:r>
            <a:r>
              <a:rPr lang="en-US" dirty="0" err="1"/>
              <a:t>openbind.uk</a:t>
            </a:r>
            <a:endParaRPr lang="en-US" dirty="0"/>
          </a:p>
        </p:txBody>
      </p:sp>
    </p:spTree>
    <p:extLst>
      <p:ext uri="{BB962C8B-B14F-4D97-AF65-F5344CB8AC3E}">
        <p14:creationId xmlns:p14="http://schemas.microsoft.com/office/powerpoint/2010/main" val="2771667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6C18C0-0C1A-0B75-817A-20A9CDC42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84535-9C19-875F-094D-9E334AA4BADE}"/>
              </a:ext>
            </a:extLst>
          </p:cNvPr>
          <p:cNvSpPr>
            <a:spLocks noGrp="1"/>
          </p:cNvSpPr>
          <p:nvPr>
            <p:ph type="title"/>
          </p:nvPr>
        </p:nvSpPr>
        <p:spPr/>
        <p:txBody>
          <a:bodyPr anchor="ctr">
            <a:normAutofit/>
          </a:bodyPr>
          <a:lstStyle/>
          <a:p>
            <a:r>
              <a:rPr lang="en-US"/>
              <a:t>Diamond research areas</a:t>
            </a:r>
            <a:endParaRPr lang="en-US" dirty="0"/>
          </a:p>
        </p:txBody>
      </p:sp>
      <p:graphicFrame>
        <p:nvGraphicFramePr>
          <p:cNvPr id="4" name="Content Placeholder 3">
            <a:extLst>
              <a:ext uri="{FF2B5EF4-FFF2-40B4-BE49-F238E27FC236}">
                <a16:creationId xmlns:a16="http://schemas.microsoft.com/office/drawing/2014/main" id="{A9686271-178E-CD9C-4ED3-479940B011BC}"/>
              </a:ext>
            </a:extLst>
          </p:cNvPr>
          <p:cNvGraphicFramePr>
            <a:graphicFrameLocks noGrp="1"/>
          </p:cNvGraphicFramePr>
          <p:nvPr>
            <p:ph idx="1"/>
            <p:extLst>
              <p:ext uri="{D42A27DB-BD31-4B8C-83A1-F6EECF244321}">
                <p14:modId xmlns:p14="http://schemas.microsoft.com/office/powerpoint/2010/main" val="1429469909"/>
              </p:ext>
            </p:extLst>
          </p:nvPr>
        </p:nvGraphicFramePr>
        <p:xfrm>
          <a:off x="1116013" y="2478088"/>
          <a:ext cx="10167937" cy="3694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49409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DBDB7-6ED7-4E21-82C6-0C31A750E898}"/>
              </a:ext>
            </a:extLst>
          </p:cNvPr>
          <p:cNvSpPr>
            <a:spLocks noGrp="1"/>
          </p:cNvSpPr>
          <p:nvPr>
            <p:ph type="title"/>
          </p:nvPr>
        </p:nvSpPr>
        <p:spPr/>
        <p:txBody>
          <a:bodyPr/>
          <a:lstStyle/>
          <a:p>
            <a:r>
              <a:rPr lang="en-GB" dirty="0"/>
              <a:t>Methodology</a:t>
            </a:r>
          </a:p>
        </p:txBody>
      </p:sp>
      <p:sp>
        <p:nvSpPr>
          <p:cNvPr id="3" name="Content Placeholder 2">
            <a:extLst>
              <a:ext uri="{FF2B5EF4-FFF2-40B4-BE49-F238E27FC236}">
                <a16:creationId xmlns:a16="http://schemas.microsoft.com/office/drawing/2014/main" id="{4DEFDC37-A531-3339-0863-E9E377059C54}"/>
              </a:ext>
            </a:extLst>
          </p:cNvPr>
          <p:cNvSpPr>
            <a:spLocks noGrp="1"/>
          </p:cNvSpPr>
          <p:nvPr>
            <p:ph idx="1"/>
          </p:nvPr>
        </p:nvSpPr>
        <p:spPr/>
        <p:txBody>
          <a:bodyPr vert="horz" lIns="91440" tIns="45720" rIns="91440" bIns="45720" rtlCol="0" anchor="t">
            <a:normAutofit/>
          </a:bodyPr>
          <a:lstStyle/>
          <a:p>
            <a:r>
              <a:rPr lang="en-GB" dirty="0"/>
              <a:t>Identify potential AI applications that would rely on synchrotron data</a:t>
            </a:r>
          </a:p>
          <a:p>
            <a:pPr marL="914400" lvl="1" indent="-457200">
              <a:buFont typeface="+mj-lt"/>
              <a:buAutoNum type="arabicPeriod"/>
            </a:pPr>
            <a:r>
              <a:rPr lang="en-GB" dirty="0"/>
              <a:t>Literature Review: Systematically scanning the field for proven AI-driven research trends.</a:t>
            </a:r>
          </a:p>
          <a:p>
            <a:pPr marL="914400" lvl="1" indent="-457200">
              <a:buFont typeface="+mj-lt"/>
              <a:buAutoNum type="arabicPeriod"/>
            </a:pPr>
            <a:r>
              <a:rPr lang="en-GB" dirty="0"/>
              <a:t>Stakeholder Interviews: Speaking directly with synchrotron facility staff to understand existing data products.  </a:t>
            </a:r>
          </a:p>
          <a:p>
            <a:pPr marL="914400" lvl="1" indent="-457200">
              <a:buFont typeface="+mj-lt"/>
              <a:buAutoNum type="arabicPeriod"/>
            </a:pPr>
            <a:r>
              <a:rPr lang="en-GB" dirty="0"/>
              <a:t>Expert Consultation: Engaging with machine learning experts to determine specific data requirements.  </a:t>
            </a:r>
          </a:p>
          <a:p>
            <a:r>
              <a:rPr lang="en-GB" dirty="0"/>
              <a:t>Developing and tailoring the framework to specific applications</a:t>
            </a:r>
          </a:p>
          <a:p>
            <a:pPr lvl="1"/>
            <a:endParaRPr lang="en-GB" dirty="0"/>
          </a:p>
        </p:txBody>
      </p:sp>
    </p:spTree>
    <p:extLst>
      <p:ext uri="{BB962C8B-B14F-4D97-AF65-F5344CB8AC3E}">
        <p14:creationId xmlns:p14="http://schemas.microsoft.com/office/powerpoint/2010/main" val="2128675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9DE80-0114-F55A-6F5D-A84A9C56145F}"/>
              </a:ext>
            </a:extLst>
          </p:cNvPr>
          <p:cNvSpPr>
            <a:spLocks noGrp="1"/>
          </p:cNvSpPr>
          <p:nvPr>
            <p:ph type="title"/>
          </p:nvPr>
        </p:nvSpPr>
        <p:spPr/>
        <p:txBody>
          <a:bodyPr anchor="ctr">
            <a:normAutofit/>
          </a:bodyPr>
          <a:lstStyle/>
          <a:p>
            <a:r>
              <a:rPr lang="en-US" dirty="0"/>
              <a:t>AI-ready data metrics</a:t>
            </a:r>
          </a:p>
        </p:txBody>
      </p:sp>
      <p:graphicFrame>
        <p:nvGraphicFramePr>
          <p:cNvPr id="18" name="Diagram 17">
            <a:extLst>
              <a:ext uri="{FF2B5EF4-FFF2-40B4-BE49-F238E27FC236}">
                <a16:creationId xmlns:a16="http://schemas.microsoft.com/office/drawing/2014/main" id="{53305D9C-43F7-62A0-C423-5140B078C33B}"/>
              </a:ext>
            </a:extLst>
          </p:cNvPr>
          <p:cNvGraphicFramePr/>
          <p:nvPr>
            <p:extLst>
              <p:ext uri="{D42A27DB-BD31-4B8C-83A1-F6EECF244321}">
                <p14:modId xmlns:p14="http://schemas.microsoft.com/office/powerpoint/2010/main" val="483617151"/>
              </p:ext>
            </p:extLst>
          </p:nvPr>
        </p:nvGraphicFramePr>
        <p:xfrm>
          <a:off x="2689860" y="2074127"/>
          <a:ext cx="6812280" cy="44058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62" name="TextBox 1561">
            <a:extLst>
              <a:ext uri="{FF2B5EF4-FFF2-40B4-BE49-F238E27FC236}">
                <a16:creationId xmlns:a16="http://schemas.microsoft.com/office/drawing/2014/main" id="{6E19DF9E-4ED7-6934-109A-192C68AB42E0}"/>
              </a:ext>
            </a:extLst>
          </p:cNvPr>
          <p:cNvSpPr txBox="1"/>
          <p:nvPr/>
        </p:nvSpPr>
        <p:spPr>
          <a:xfrm>
            <a:off x="105490" y="6479933"/>
            <a:ext cx="1218828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err="1">
                <a:ea typeface="+mn-lt"/>
                <a:cs typeface="+mn-lt"/>
              </a:rPr>
              <a:t>Hiniduma</a:t>
            </a:r>
            <a:r>
              <a:rPr lang="en-GB" sz="1400" dirty="0">
                <a:ea typeface="+mn-lt"/>
                <a:cs typeface="+mn-lt"/>
              </a:rPr>
              <a:t>, K., Byna, S., &amp; Bez, J. L. (2024). Data Readiness for AI: A 360-Degree Survey. </a:t>
            </a:r>
            <a:r>
              <a:rPr lang="en-GB" sz="1400" dirty="0" err="1">
                <a:ea typeface="+mn-lt"/>
                <a:cs typeface="+mn-lt"/>
              </a:rPr>
              <a:t>arXiv</a:t>
            </a:r>
            <a:r>
              <a:rPr lang="en-GB" sz="1400" dirty="0">
                <a:ea typeface="+mn-lt"/>
                <a:cs typeface="+mn-lt"/>
              </a:rPr>
              <a:t>. </a:t>
            </a:r>
            <a:r>
              <a:rPr lang="en-GB" sz="1400" dirty="0">
                <a:ea typeface="+mn-lt"/>
                <a:cs typeface="+mn-lt"/>
                <a:hlinkClick r:id="rId8"/>
              </a:rPr>
              <a:t>https://doi.org/10.48550/ARXIV.2404.05779</a:t>
            </a:r>
            <a:endParaRPr lang="en-US" sz="1400" dirty="0">
              <a:ea typeface="+mn-lt"/>
              <a:cs typeface="+mn-lt"/>
            </a:endParaRPr>
          </a:p>
        </p:txBody>
      </p:sp>
    </p:spTree>
    <p:extLst>
      <p:ext uri="{BB962C8B-B14F-4D97-AF65-F5344CB8AC3E}">
        <p14:creationId xmlns:p14="http://schemas.microsoft.com/office/powerpoint/2010/main" val="2046162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EB87D-3721-4E33-C872-87808807B715}"/>
              </a:ext>
            </a:extLst>
          </p:cNvPr>
          <p:cNvSpPr>
            <a:spLocks noGrp="1"/>
          </p:cNvSpPr>
          <p:nvPr>
            <p:ph type="title"/>
          </p:nvPr>
        </p:nvSpPr>
        <p:spPr/>
        <p:txBody>
          <a:bodyPr vert="horz" lIns="91440" tIns="45720" rIns="91440" bIns="45720" rtlCol="0" anchor="b">
            <a:normAutofit/>
          </a:bodyPr>
          <a:lstStyle/>
          <a:p>
            <a:r>
              <a:rPr lang="en-US" sz="4800"/>
              <a:t>Thank you</a:t>
            </a:r>
          </a:p>
        </p:txBody>
      </p:sp>
      <p:pic>
        <p:nvPicPr>
          <p:cNvPr id="7" name="Graphic 6" descr="Handshake">
            <a:extLst>
              <a:ext uri="{FF2B5EF4-FFF2-40B4-BE49-F238E27FC236}">
                <a16:creationId xmlns:a16="http://schemas.microsoft.com/office/drawing/2014/main" id="{BFD0D68B-484E-A8F6-C7B0-2A80A4BA711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68310" y="1402620"/>
            <a:ext cx="5455380" cy="5455380"/>
          </a:xfrm>
          <a:prstGeom prst="rect">
            <a:avLst/>
          </a:prstGeom>
        </p:spPr>
      </p:pic>
    </p:spTree>
    <p:extLst>
      <p:ext uri="{BB962C8B-B14F-4D97-AF65-F5344CB8AC3E}">
        <p14:creationId xmlns:p14="http://schemas.microsoft.com/office/powerpoint/2010/main" val="2044998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C3AD5-07DB-A82B-7033-716B72EEA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D7FA2-26E6-D6A5-EEED-EDFB499D0049}"/>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0375426F-A448-1047-D600-2D098A207FD8}"/>
              </a:ext>
            </a:extLst>
          </p:cNvPr>
          <p:cNvSpPr>
            <a:spLocks noGrp="1"/>
          </p:cNvSpPr>
          <p:nvPr>
            <p:ph idx="1"/>
          </p:nvPr>
        </p:nvSpPr>
        <p:spPr/>
        <p:txBody>
          <a:bodyPr vert="horz" lIns="91440" tIns="45720" rIns="91440" bIns="45720" rtlCol="0" anchor="t">
            <a:normAutofit/>
          </a:bodyPr>
          <a:lstStyle/>
          <a:p>
            <a:r>
              <a:rPr lang="en-US" dirty="0"/>
              <a:t>Proposal matching system</a:t>
            </a:r>
          </a:p>
          <a:p>
            <a:pPr lvl="1"/>
            <a:r>
              <a:rPr lang="en-US" dirty="0"/>
              <a:t>Feedback on general direction</a:t>
            </a:r>
          </a:p>
          <a:p>
            <a:pPr lvl="1"/>
            <a:r>
              <a:rPr lang="en-US" dirty="0"/>
              <a:t>Similar activities?</a:t>
            </a:r>
          </a:p>
          <a:p>
            <a:r>
              <a:rPr lang="en-US" dirty="0"/>
              <a:t>AI-ready data</a:t>
            </a:r>
          </a:p>
          <a:p>
            <a:pPr lvl="1"/>
            <a:r>
              <a:rPr lang="en-US" dirty="0"/>
              <a:t>Feedback on general direction</a:t>
            </a:r>
          </a:p>
          <a:p>
            <a:pPr lvl="1"/>
            <a:r>
              <a:rPr lang="en-US" dirty="0"/>
              <a:t>Any AI applications, e.g. protein structure prediction</a:t>
            </a:r>
          </a:p>
          <a:p>
            <a:endParaRPr lang="en-US" dirty="0"/>
          </a:p>
        </p:txBody>
      </p:sp>
    </p:spTree>
    <p:extLst>
      <p:ext uri="{BB962C8B-B14F-4D97-AF65-F5344CB8AC3E}">
        <p14:creationId xmlns:p14="http://schemas.microsoft.com/office/powerpoint/2010/main" val="2969049905"/>
      </p:ext>
    </p:extLst>
  </p:cSld>
  <p:clrMapOvr>
    <a:masterClrMapping/>
  </p:clrMapOvr>
</p:sld>
</file>

<file path=ppt/theme/theme1.xml><?xml version="1.0" encoding="utf-8"?>
<a:theme xmlns:a="http://schemas.openxmlformats.org/drawingml/2006/main" name="AccentBoxVTI">
  <a:themeElements>
    <a:clrScheme name="AnalogousFromLightSeedRightStep">
      <a:dk1>
        <a:srgbClr val="000000"/>
      </a:dk1>
      <a:lt1>
        <a:srgbClr val="FFFFFF"/>
      </a:lt1>
      <a:dk2>
        <a:srgbClr val="41242E"/>
      </a:dk2>
      <a:lt2>
        <a:srgbClr val="E2E8E6"/>
      </a:lt2>
      <a:accent1>
        <a:srgbClr val="C696A7"/>
      </a:accent1>
      <a:accent2>
        <a:srgbClr val="BA837F"/>
      </a:accent2>
      <a:accent3>
        <a:srgbClr val="BC9F82"/>
      </a:accent3>
      <a:accent4>
        <a:srgbClr val="AAA574"/>
      </a:accent4>
      <a:accent5>
        <a:srgbClr val="9BA880"/>
      </a:accent5>
      <a:accent6>
        <a:srgbClr val="84AD76"/>
      </a:accent6>
      <a:hlink>
        <a:srgbClr val="568F7C"/>
      </a:hlink>
      <a:folHlink>
        <a:srgbClr val="7F7F7F"/>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28109</TotalTime>
  <Words>1777</Words>
  <Application>Microsoft Macintosh PowerPoint</Application>
  <PresentationFormat>Widescreen</PresentationFormat>
  <Paragraphs>292</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Aptos</vt:lpstr>
      <vt:lpstr>Arial</vt:lpstr>
      <vt:lpstr>Calibri</vt:lpstr>
      <vt:lpstr>Courier New</vt:lpstr>
      <vt:lpstr>Helvetica</vt:lpstr>
      <vt:lpstr>Neue Haas Grotesk Text Pro</vt:lpstr>
      <vt:lpstr>Times New Roman</vt:lpstr>
      <vt:lpstr>Verdana</vt:lpstr>
      <vt:lpstr>Wingdings</vt:lpstr>
      <vt:lpstr>AccentBoxVTI</vt:lpstr>
      <vt:lpstr>Shaping a modern approach to open data from a World-leading science facility</vt:lpstr>
      <vt:lpstr>Outline</vt:lpstr>
      <vt:lpstr>PowerPoint Presentation</vt:lpstr>
      <vt:lpstr>Research questions</vt:lpstr>
      <vt:lpstr>Research activities</vt:lpstr>
      <vt:lpstr>Research timeline and key milestones</vt:lpstr>
      <vt:lpstr>Activity #1 PaNET ontology</vt:lpstr>
      <vt:lpstr>PowerPoint Presentation</vt:lpstr>
      <vt:lpstr>Activity #2 - Topic classification</vt:lpstr>
      <vt:lpstr>Topics</vt:lpstr>
      <vt:lpstr>OpenAlex</vt:lpstr>
      <vt:lpstr>Background – OpenAlex repository</vt:lpstr>
      <vt:lpstr>OpenAlex topic prediction model</vt:lpstr>
      <vt:lpstr>My proposed evaluation exercise</vt:lpstr>
      <vt:lpstr>PowerPoint Presentation</vt:lpstr>
      <vt:lpstr>Topic classification - reviewers</vt:lpstr>
      <vt:lpstr>PowerPoint Presentation</vt:lpstr>
      <vt:lpstr>How you can help</vt:lpstr>
      <vt:lpstr>Activity #3 Proposal matching system</vt:lpstr>
      <vt:lpstr>Activity #4 AI-ready data</vt:lpstr>
      <vt:lpstr>AI-ready data</vt:lpstr>
      <vt:lpstr>OpenBind</vt:lpstr>
      <vt:lpstr>Diamond research areas</vt:lpstr>
      <vt:lpstr>Methodology</vt:lpstr>
      <vt:lpstr>AI-ready data metrics</vt:lpstr>
      <vt:lpstr>Thank you</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Shaping a modern approach to open data from a World-leading science facility</dc:title>
  <dc:creator>Tan, Terence (University of Oxford,RAL,SCI)</dc:creator>
  <cp:lastModifiedBy>Nian Tan</cp:lastModifiedBy>
  <cp:revision>195</cp:revision>
  <dcterms:created xsi:type="dcterms:W3CDTF">2024-03-06T18:50:37Z</dcterms:created>
  <dcterms:modified xsi:type="dcterms:W3CDTF">2025-10-15T15:09:55Z</dcterms:modified>
</cp:coreProperties>
</file>